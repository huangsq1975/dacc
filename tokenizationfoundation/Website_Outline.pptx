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11309350" cx="20104100"/>
  <p:notesSz cx="20104100" cy="113093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8" roundtripDataSignature="AMtx7mh8DuEWcvBAUJNxeVQl+aQjoFT9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8712200" cy="56673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11387138" y="0"/>
            <a:ext cx="8712200" cy="56673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10742613"/>
            <a:ext cx="8712200" cy="5667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11387138" y="10742613"/>
            <a:ext cx="8712200" cy="56673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linkedin.com/company/tokenization-foundation/"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AutoNum type="arabicParenR"/>
            </a:pPr>
            <a:r>
              <a:rPr lang="en-US"/>
              <a:t>Navigation Bar locks</a:t>
            </a:r>
            <a:endParaRPr/>
          </a:p>
          <a:p>
            <a:pPr indent="-317500" lvl="0" marL="457200" rtl="0" algn="l">
              <a:lnSpc>
                <a:spcPct val="100000"/>
              </a:lnSpc>
              <a:spcBef>
                <a:spcPts val="0"/>
              </a:spcBef>
              <a:spcAft>
                <a:spcPts val="0"/>
              </a:spcAft>
              <a:buSzPts val="1400"/>
              <a:buAutoNum type="arabicParenR"/>
            </a:pPr>
            <a:r>
              <a:rPr lang="en-US"/>
              <a:t>All rectangle buttons need contact forms</a:t>
            </a:r>
            <a:endParaRPr/>
          </a:p>
        </p:txBody>
      </p:sp>
      <p:sp>
        <p:nvSpPr>
          <p:cNvPr id="587" name="Google Shape;587;p1: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96ea7823bd_0_12: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96ea7823bd_0_12: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AutoNum type="arabicParenR"/>
            </a:pPr>
            <a:r>
              <a:rPr lang="en-US"/>
              <a:t>Below the fold on the homepage</a:t>
            </a:r>
            <a:endParaRPr/>
          </a:p>
        </p:txBody>
      </p:sp>
      <p:sp>
        <p:nvSpPr>
          <p:cNvPr id="603" name="Google Shape;603;g396ea7823bd_0_12: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96ea7823bd_0_78: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g396ea7823bd_0_78: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AutoNum type="arabicParenR"/>
            </a:pPr>
            <a:r>
              <a:rPr lang="en-US"/>
              <a:t>First page of Impact Section </a:t>
            </a:r>
            <a:endParaRPr/>
          </a:p>
        </p:txBody>
      </p:sp>
      <p:sp>
        <p:nvSpPr>
          <p:cNvPr id="616" name="Google Shape;616;g396ea7823bd_0_78: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96ea7823bd_0_22: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96ea7823bd_0_22: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AutoNum type="arabicParenR"/>
            </a:pPr>
            <a:r>
              <a:rPr lang="en-US"/>
              <a:t>Homepage</a:t>
            </a:r>
            <a:endParaRPr/>
          </a:p>
          <a:p>
            <a:pPr indent="-317500" lvl="0" marL="457200" rtl="0" algn="l">
              <a:spcBef>
                <a:spcPts val="0"/>
              </a:spcBef>
              <a:spcAft>
                <a:spcPts val="0"/>
              </a:spcAft>
              <a:buSzPts val="1400"/>
              <a:buAutoNum type="arabicParenR"/>
            </a:pPr>
            <a:r>
              <a:rPr lang="en-US"/>
              <a:t>Featured in Media Section will be added after April 20 and we get coverage.  Logos will link to articles.</a:t>
            </a:r>
            <a:endParaRPr/>
          </a:p>
        </p:txBody>
      </p:sp>
      <p:sp>
        <p:nvSpPr>
          <p:cNvPr id="628" name="Google Shape;628;g396ea7823bd_0_22: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96ea7823bd_0_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96ea7823bd_0_0: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AutoNum type="arabicParenR"/>
            </a:pPr>
            <a:r>
              <a:rPr lang="en-US"/>
              <a:t>Homepage</a:t>
            </a:r>
            <a:endParaRPr/>
          </a:p>
          <a:p>
            <a:pPr indent="-317500" lvl="0" marL="457200" rtl="0" algn="l">
              <a:spcBef>
                <a:spcPts val="0"/>
              </a:spcBef>
              <a:spcAft>
                <a:spcPts val="0"/>
              </a:spcAft>
              <a:buSzPts val="1400"/>
              <a:buAutoNum type="arabicParenR"/>
            </a:pPr>
            <a:r>
              <a:rPr lang="en-US"/>
              <a:t>Call-To-Action Boxes Link To forms</a:t>
            </a:r>
            <a:endParaRPr/>
          </a:p>
          <a:p>
            <a:pPr indent="-317500" lvl="0" marL="457200" rtl="0" algn="l">
              <a:spcBef>
                <a:spcPts val="0"/>
              </a:spcBef>
              <a:spcAft>
                <a:spcPts val="0"/>
              </a:spcAft>
              <a:buSzPts val="1400"/>
              <a:buAutoNum type="arabicParenR"/>
            </a:pPr>
            <a:r>
              <a:rPr lang="en-US"/>
              <a:t>Last “Capital That Responds” section is the footer</a:t>
            </a:r>
            <a:endParaRPr/>
          </a:p>
          <a:p>
            <a:pPr indent="-317500" lvl="0" marL="457200" rtl="0" algn="l">
              <a:spcBef>
                <a:spcPts val="0"/>
              </a:spcBef>
              <a:spcAft>
                <a:spcPts val="0"/>
              </a:spcAft>
              <a:buSzPts val="1400"/>
              <a:buAutoNum type="arabicParenR"/>
            </a:pPr>
            <a:r>
              <a:rPr lang="en-US"/>
              <a:t>LinkedIn logo links to our page </a:t>
            </a:r>
            <a:r>
              <a:rPr lang="en-US" u="sng">
                <a:solidFill>
                  <a:schemeClr val="hlink"/>
                </a:solidFill>
                <a:hlinkClick r:id="rId2"/>
              </a:rPr>
              <a:t>https://www.linkedin.com/company/tokenization-foundation/</a:t>
            </a:r>
            <a:endParaRPr/>
          </a:p>
          <a:p>
            <a:pPr indent="-317500" lvl="0" marL="457200" rtl="0" algn="l">
              <a:spcBef>
                <a:spcPts val="0"/>
              </a:spcBef>
              <a:spcAft>
                <a:spcPts val="0"/>
              </a:spcAft>
              <a:buSzPts val="1400"/>
              <a:buAutoNum type="arabicParenR"/>
            </a:pPr>
            <a:r>
              <a:rPr lang="en-US"/>
              <a:t>Legal Disclosure</a:t>
            </a:r>
            <a:endParaRPr/>
          </a:p>
          <a:p>
            <a:pPr indent="0" lvl="0" marL="457200" rtl="0" algn="l">
              <a:spcBef>
                <a:spcPts val="0"/>
              </a:spcBef>
              <a:spcAft>
                <a:spcPts val="0"/>
              </a:spcAft>
              <a:buNone/>
            </a:pPr>
            <a:r>
              <a:t/>
            </a:r>
            <a:endParaRPr/>
          </a:p>
        </p:txBody>
      </p:sp>
      <p:sp>
        <p:nvSpPr>
          <p:cNvPr id="642" name="Google Shape;642;g396ea7823bd_0_0: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AutoNum type="arabicParenR"/>
            </a:pPr>
            <a:r>
              <a:rPr lang="en-US"/>
              <a:t>First Page Of Approach Section</a:t>
            </a:r>
            <a:endParaRPr/>
          </a:p>
        </p:txBody>
      </p:sp>
      <p:sp>
        <p:nvSpPr>
          <p:cNvPr id="652" name="Google Shape;65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96ea7823bd_0_63: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96ea7823bd_0_63: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AutoNum type="arabicParenR"/>
            </a:pPr>
            <a:r>
              <a:rPr lang="en-US"/>
              <a:t>Call-To-Action Boxes Link To forms</a:t>
            </a:r>
            <a:endParaRPr/>
          </a:p>
          <a:p>
            <a:pPr indent="-317500" lvl="0" marL="457200" rtl="0" algn="l">
              <a:spcBef>
                <a:spcPts val="0"/>
              </a:spcBef>
              <a:spcAft>
                <a:spcPts val="0"/>
              </a:spcAft>
              <a:buSzPts val="1400"/>
              <a:buAutoNum type="arabicParenR"/>
            </a:pPr>
            <a:r>
              <a:rPr lang="en-US"/>
              <a:t>Last “Capital That Responds” section is the footer</a:t>
            </a:r>
            <a:endParaRPr/>
          </a:p>
        </p:txBody>
      </p:sp>
      <p:sp>
        <p:nvSpPr>
          <p:cNvPr id="689" name="Google Shape;689;g396ea7823bd_0_63: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7" name="Google Shape;697;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5832"/>
              </a:lnSpc>
              <a:spcBef>
                <a:spcPts val="0"/>
              </a:spcBef>
              <a:spcAft>
                <a:spcPts val="0"/>
              </a:spcAft>
              <a:buClr>
                <a:schemeClr val="dk1"/>
              </a:buClr>
              <a:buSzPts val="1400"/>
              <a:buFont typeface="Arial"/>
              <a:buNone/>
            </a:pPr>
            <a:r>
              <a:rPr lang="en-US" sz="1100"/>
              <a:t>Participate In Tokenized Money Market Fund </a:t>
            </a:r>
            <a:endParaRPr sz="1100"/>
          </a:p>
          <a:p>
            <a:pPr indent="0" lvl="0" marL="0" rtl="0" algn="l">
              <a:lnSpc>
                <a:spcPct val="115832"/>
              </a:lnSpc>
              <a:spcBef>
                <a:spcPts val="0"/>
              </a:spcBef>
              <a:spcAft>
                <a:spcPts val="0"/>
              </a:spcAft>
              <a:buClr>
                <a:schemeClr val="dk1"/>
              </a:buClr>
              <a:buSzPts val="1400"/>
              <a:buFont typeface="Arial"/>
              <a:buNone/>
            </a:pPr>
            <a:r>
              <a:rPr lang="en-US" sz="1100"/>
              <a:t>Donate % Of Yield (Tax Deductable)</a:t>
            </a:r>
            <a:endParaRPr sz="1100"/>
          </a:p>
          <a:p>
            <a:pPr indent="0" lvl="0" marL="0" rtl="0" algn="l">
              <a:lnSpc>
                <a:spcPct val="115832"/>
              </a:lnSpc>
              <a:spcBef>
                <a:spcPts val="0"/>
              </a:spcBef>
              <a:spcAft>
                <a:spcPts val="0"/>
              </a:spcAft>
              <a:buClr>
                <a:schemeClr val="dk1"/>
              </a:buClr>
              <a:buSzPts val="1400"/>
              <a:buFont typeface="Arial"/>
              <a:buNone/>
            </a:pPr>
            <a:r>
              <a:t/>
            </a:r>
            <a:endParaRPr sz="1100"/>
          </a:p>
          <a:p>
            <a:pPr indent="0" lvl="0" marL="0" rtl="0" algn="l">
              <a:lnSpc>
                <a:spcPct val="115832"/>
              </a:lnSpc>
              <a:spcBef>
                <a:spcPts val="0"/>
              </a:spcBef>
              <a:spcAft>
                <a:spcPts val="0"/>
              </a:spcAft>
              <a:buClr>
                <a:schemeClr val="dk1"/>
              </a:buClr>
              <a:buSzPts val="1400"/>
              <a:buFont typeface="Arial"/>
              <a:buNone/>
            </a:pPr>
            <a:r>
              <a:t/>
            </a:r>
            <a:endParaRPr sz="1100"/>
          </a:p>
          <a:p>
            <a:pPr indent="0" lvl="0" marL="0" rtl="0" algn="l">
              <a:lnSpc>
                <a:spcPct val="115832"/>
              </a:lnSpc>
              <a:spcBef>
                <a:spcPts val="0"/>
              </a:spcBef>
              <a:spcAft>
                <a:spcPts val="0"/>
              </a:spcAft>
              <a:buClr>
                <a:schemeClr val="dk1"/>
              </a:buClr>
              <a:buSzPts val="1400"/>
              <a:buFont typeface="Arial"/>
              <a:buNone/>
            </a:pPr>
            <a:r>
              <a:t/>
            </a:r>
            <a:endParaRPr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96ea7823bd_1_12: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96ea7823bd_1_12:notes"/>
          <p:cNvSpPr txBox="1"/>
          <p:nvPr>
            <p:ph idx="1" type="body"/>
          </p:nvPr>
        </p:nvSpPr>
        <p:spPr>
          <a:xfrm>
            <a:off x="2009775" y="5441950"/>
            <a:ext cx="16084500" cy="4454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g396ea7823bd_1_12:notes"/>
          <p:cNvSpPr txBox="1"/>
          <p:nvPr>
            <p:ph idx="12" type="sldNum"/>
          </p:nvPr>
        </p:nvSpPr>
        <p:spPr>
          <a:xfrm>
            <a:off x="11387138" y="10742613"/>
            <a:ext cx="8712300" cy="566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96ea7823bd_1_2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g396ea7823bd_1_2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AutoNum type="arabicParenR"/>
            </a:pPr>
            <a:r>
              <a:rPr lang="en-US"/>
              <a:t>First page of Impact Section</a:t>
            </a:r>
            <a:endParaRPr/>
          </a:p>
          <a:p>
            <a:pPr indent="-317500" lvl="0" marL="457200" rtl="0" algn="l">
              <a:lnSpc>
                <a:spcPct val="100000"/>
              </a:lnSpc>
              <a:spcBef>
                <a:spcPts val="0"/>
              </a:spcBef>
              <a:spcAft>
                <a:spcPts val="0"/>
              </a:spcAft>
              <a:buSzPts val="1400"/>
              <a:buAutoNum type="arabicParenR"/>
            </a:pPr>
            <a:r>
              <a:rPr lang="en-US"/>
              <a:t>This copy will change after we get approval from UN. </a:t>
            </a:r>
            <a:r>
              <a:rPr lang="en-US"/>
              <a:t>Will</a:t>
            </a:r>
            <a:r>
              <a:rPr lang="en-US"/>
              <a:t> match press release. </a:t>
            </a:r>
            <a:endParaRPr/>
          </a:p>
        </p:txBody>
      </p:sp>
      <p:sp>
        <p:nvSpPr>
          <p:cNvPr id="714" name="Google Shape;714;g396ea7823bd_1_20: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8: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p8: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AutoNum type="arabicParenR"/>
            </a:pPr>
            <a:r>
              <a:rPr lang="en-US"/>
              <a:t>Bio Copy and Images coming</a:t>
            </a:r>
            <a:endParaRPr/>
          </a:p>
          <a:p>
            <a:pPr indent="-317500" lvl="0" marL="457200" rtl="0" algn="l">
              <a:lnSpc>
                <a:spcPct val="100000"/>
              </a:lnSpc>
              <a:spcBef>
                <a:spcPts val="0"/>
              </a:spcBef>
              <a:spcAft>
                <a:spcPts val="0"/>
              </a:spcAft>
              <a:buSzPts val="1400"/>
              <a:buAutoNum type="arabicParenR"/>
            </a:pPr>
            <a:r>
              <a:rPr lang="en-US"/>
              <a:t>Contact Us Links to form</a:t>
            </a:r>
            <a:endParaRPr/>
          </a:p>
          <a:p>
            <a:pPr indent="0" lvl="0" marL="0" rtl="0" algn="l">
              <a:lnSpc>
                <a:spcPct val="100000"/>
              </a:lnSpc>
              <a:spcBef>
                <a:spcPts val="0"/>
              </a:spcBef>
              <a:spcAft>
                <a:spcPts val="0"/>
              </a:spcAft>
              <a:buSzPts val="1400"/>
              <a:buNone/>
            </a:pPr>
            <a:r>
              <a:t/>
            </a:r>
            <a:endParaRPr/>
          </a:p>
        </p:txBody>
      </p:sp>
      <p:sp>
        <p:nvSpPr>
          <p:cNvPr id="726" name="Google Shape;726;p8:notes"/>
          <p:cNvSpPr txBox="1"/>
          <p:nvPr>
            <p:ph idx="12" type="sldNum"/>
          </p:nvPr>
        </p:nvSpPr>
        <p:spPr>
          <a:xfrm>
            <a:off x="11387138" y="10742613"/>
            <a:ext cx="8712200" cy="56673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5" name="Shape 15"/>
        <p:cNvGrpSpPr/>
        <p:nvPr/>
      </p:nvGrpSpPr>
      <p:grpSpPr>
        <a:xfrm>
          <a:off x="0" y="0"/>
          <a:ext cx="0" cy="0"/>
          <a:chOff x="0" y="0"/>
          <a:chExt cx="0" cy="0"/>
        </a:xfrm>
      </p:grpSpPr>
      <p:sp>
        <p:nvSpPr>
          <p:cNvPr id="16" name="Google Shape;16;p18"/>
          <p:cNvSpPr/>
          <p:nvPr/>
        </p:nvSpPr>
        <p:spPr>
          <a:xfrm>
            <a:off x="523544" y="523544"/>
            <a:ext cx="19057620" cy="10261600"/>
          </a:xfrm>
          <a:custGeom>
            <a:rect b="b" l="l" r="r" t="t"/>
            <a:pathLst>
              <a:path extrusionOk="0" h="10261600" w="19057620">
                <a:moveTo>
                  <a:pt x="19057011" y="0"/>
                </a:moveTo>
                <a:lnTo>
                  <a:pt x="0" y="0"/>
                </a:lnTo>
                <a:lnTo>
                  <a:pt x="0" y="10261467"/>
                </a:lnTo>
                <a:lnTo>
                  <a:pt x="19057011" y="10261467"/>
                </a:lnTo>
                <a:lnTo>
                  <a:pt x="19057011" y="0"/>
                </a:lnTo>
                <a:close/>
              </a:path>
            </a:pathLst>
          </a:custGeom>
          <a:solidFill>
            <a:srgbClr val="3766B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 name="Google Shape;17;p18"/>
          <p:cNvSpPr/>
          <p:nvPr/>
        </p:nvSpPr>
        <p:spPr>
          <a:xfrm>
            <a:off x="523544" y="523544"/>
            <a:ext cx="19057620" cy="10261600"/>
          </a:xfrm>
          <a:custGeom>
            <a:rect b="b" l="l" r="r" t="t"/>
            <a:pathLst>
              <a:path extrusionOk="0" h="10261600" w="19057620">
                <a:moveTo>
                  <a:pt x="0" y="0"/>
                </a:moveTo>
                <a:lnTo>
                  <a:pt x="0" y="10261467"/>
                </a:lnTo>
                <a:lnTo>
                  <a:pt x="19057011" y="10261467"/>
                </a:lnTo>
                <a:lnTo>
                  <a:pt x="0" y="0"/>
                </a:lnTo>
                <a:close/>
              </a:path>
            </a:pathLst>
          </a:custGeom>
          <a:solidFill>
            <a:srgbClr val="3759A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 name="Google Shape;18;p18"/>
          <p:cNvSpPr/>
          <p:nvPr/>
        </p:nvSpPr>
        <p:spPr>
          <a:xfrm>
            <a:off x="19214074" y="10420258"/>
            <a:ext cx="733425" cy="733425"/>
          </a:xfrm>
          <a:custGeom>
            <a:rect b="b" l="l" r="r" t="t"/>
            <a:pathLst>
              <a:path extrusionOk="0" h="733425" w="733425">
                <a:moveTo>
                  <a:pt x="732961" y="0"/>
                </a:moveTo>
                <a:lnTo>
                  <a:pt x="0" y="0"/>
                </a:lnTo>
                <a:lnTo>
                  <a:pt x="0" y="732961"/>
                </a:lnTo>
                <a:lnTo>
                  <a:pt x="732961" y="732961"/>
                </a:lnTo>
                <a:lnTo>
                  <a:pt x="73296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 name="Google Shape;19;p18"/>
          <p:cNvSpPr txBox="1"/>
          <p:nvPr>
            <p:ph type="ctrTitle"/>
          </p:nvPr>
        </p:nvSpPr>
        <p:spPr>
          <a:xfrm>
            <a:off x="3744462" y="2842077"/>
            <a:ext cx="12653644" cy="396303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155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 type="subTitle"/>
          </p:nvPr>
        </p:nvSpPr>
        <p:spPr>
          <a:xfrm>
            <a:off x="3015615" y="6333236"/>
            <a:ext cx="14072870" cy="282733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28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8"/>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4" name="Shape 24"/>
        <p:cNvGrpSpPr/>
        <p:nvPr/>
      </p:nvGrpSpPr>
      <p:grpSpPr>
        <a:xfrm>
          <a:off x="0" y="0"/>
          <a:ext cx="0" cy="0"/>
          <a:chOff x="0" y="0"/>
          <a:chExt cx="0" cy="0"/>
        </a:xfrm>
      </p:grpSpPr>
      <p:sp>
        <p:nvSpPr>
          <p:cNvPr id="25" name="Google Shape;25;p19"/>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8" name="Shape 28"/>
        <p:cNvGrpSpPr/>
        <p:nvPr/>
      </p:nvGrpSpPr>
      <p:grpSpPr>
        <a:xfrm>
          <a:off x="0" y="0"/>
          <a:ext cx="0" cy="0"/>
          <a:chOff x="0" y="0"/>
          <a:chExt cx="0" cy="0"/>
        </a:xfrm>
      </p:grpSpPr>
      <p:sp>
        <p:nvSpPr>
          <p:cNvPr id="29" name="Google Shape;29;p20"/>
          <p:cNvSpPr txBox="1"/>
          <p:nvPr>
            <p:ph type="title"/>
          </p:nvPr>
        </p:nvSpPr>
        <p:spPr>
          <a:xfrm>
            <a:off x="2241763" y="1053443"/>
            <a:ext cx="15666085" cy="20986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155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0"/>
          <p:cNvSpPr txBox="1"/>
          <p:nvPr>
            <p:ph idx="1" type="body"/>
          </p:nvPr>
        </p:nvSpPr>
        <p:spPr>
          <a:xfrm>
            <a:off x="1296160" y="3582646"/>
            <a:ext cx="11929744" cy="282702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28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4" name="Shape 34"/>
        <p:cNvGrpSpPr/>
        <p:nvPr/>
      </p:nvGrpSpPr>
      <p:grpSpPr>
        <a:xfrm>
          <a:off x="0" y="0"/>
          <a:ext cx="0" cy="0"/>
          <a:chOff x="0" y="0"/>
          <a:chExt cx="0" cy="0"/>
        </a:xfrm>
      </p:grpSpPr>
      <p:sp>
        <p:nvSpPr>
          <p:cNvPr id="35" name="Google Shape;35;p24"/>
          <p:cNvSpPr txBox="1"/>
          <p:nvPr>
            <p:ph type="title"/>
          </p:nvPr>
        </p:nvSpPr>
        <p:spPr>
          <a:xfrm>
            <a:off x="2241763" y="1053443"/>
            <a:ext cx="15666085" cy="20986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155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4"/>
          <p:cNvSpPr txBox="1"/>
          <p:nvPr>
            <p:ph idx="1" type="body"/>
          </p:nvPr>
        </p:nvSpPr>
        <p:spPr>
          <a:xfrm>
            <a:off x="1005205" y="2601150"/>
            <a:ext cx="8745284" cy="7464171"/>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7" name="Google Shape;37;p24"/>
          <p:cNvSpPr txBox="1"/>
          <p:nvPr>
            <p:ph idx="2" type="body"/>
          </p:nvPr>
        </p:nvSpPr>
        <p:spPr>
          <a:xfrm>
            <a:off x="12447653" y="2124909"/>
            <a:ext cx="5937250" cy="757745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24"/>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4"/>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1" name="Shape 41"/>
        <p:cNvGrpSpPr/>
        <p:nvPr/>
      </p:nvGrpSpPr>
      <p:grpSpPr>
        <a:xfrm>
          <a:off x="0" y="0"/>
          <a:ext cx="0" cy="0"/>
          <a:chOff x="0" y="0"/>
          <a:chExt cx="0" cy="0"/>
        </a:xfrm>
      </p:grpSpPr>
      <p:sp>
        <p:nvSpPr>
          <p:cNvPr id="42" name="Google Shape;42;p25"/>
          <p:cNvSpPr txBox="1"/>
          <p:nvPr>
            <p:ph type="title"/>
          </p:nvPr>
        </p:nvSpPr>
        <p:spPr>
          <a:xfrm>
            <a:off x="2241763" y="1053443"/>
            <a:ext cx="15666085" cy="20986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1155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5"/>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5"/>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5"/>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50" name="Shape 50"/>
        <p:cNvGrpSpPr/>
        <p:nvPr/>
      </p:nvGrpSpPr>
      <p:grpSpPr>
        <a:xfrm>
          <a:off x="0" y="0"/>
          <a:ext cx="0" cy="0"/>
          <a:chOff x="0" y="0"/>
          <a:chExt cx="0" cy="0"/>
        </a:xfrm>
      </p:grpSpPr>
      <p:sp>
        <p:nvSpPr>
          <p:cNvPr id="51" name="Google Shape;51;p22"/>
          <p:cNvSpPr txBox="1"/>
          <p:nvPr>
            <p:ph type="title"/>
          </p:nvPr>
        </p:nvSpPr>
        <p:spPr>
          <a:xfrm>
            <a:off x="685305" y="978507"/>
            <a:ext cx="18733490" cy="1259235"/>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2" name="Google Shape;52;p22"/>
          <p:cNvSpPr txBox="1"/>
          <p:nvPr>
            <p:ph idx="1" type="body"/>
          </p:nvPr>
        </p:nvSpPr>
        <p:spPr>
          <a:xfrm>
            <a:off x="685305" y="2534022"/>
            <a:ext cx="18733490" cy="75118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3" name="Google Shape;53;p22"/>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23"/>
          <p:cNvSpPr txBox="1"/>
          <p:nvPr>
            <p:ph type="title"/>
          </p:nvPr>
        </p:nvSpPr>
        <p:spPr>
          <a:xfrm>
            <a:off x="685305" y="978507"/>
            <a:ext cx="18733490" cy="1259235"/>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SzPts val="2800"/>
              <a:buNone/>
              <a:defRPr b="0" i="0" sz="1155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6" name="Google Shape;56;p23"/>
          <p:cNvSpPr txBox="1"/>
          <p:nvPr>
            <p:ph idx="1" type="body"/>
          </p:nvPr>
        </p:nvSpPr>
        <p:spPr>
          <a:xfrm>
            <a:off x="685305" y="2534022"/>
            <a:ext cx="18733490" cy="7511862"/>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b="0" i="0" sz="2800">
                <a:solidFill>
                  <a:schemeClr val="lt1"/>
                </a:solidFill>
                <a:latin typeface="Arial"/>
                <a:ea typeface="Arial"/>
                <a:cs typeface="Arial"/>
                <a:sym typeface="Arial"/>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7" name="Google Shape;57;p23"/>
          <p:cNvSpPr txBox="1"/>
          <p:nvPr>
            <p:ph idx="11" type="ftr"/>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p23"/>
          <p:cNvSpPr txBox="1"/>
          <p:nvPr>
            <p:ph idx="10" type="dt"/>
          </p:nvPr>
        </p:nvSpPr>
        <p:spPr>
          <a:xfrm>
            <a:off x="0" y="0"/>
            <a:ext cx="3000000" cy="300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23"/>
          <p:cNvSpPr txBox="1"/>
          <p:nvPr>
            <p:ph idx="12" type="sldNum"/>
          </p:nvPr>
        </p:nvSpPr>
        <p:spPr>
          <a:xfrm>
            <a:off x="19093498" y="10335998"/>
            <a:ext cx="740521" cy="700078"/>
          </a:xfrm>
          <a:prstGeom prst="rect">
            <a:avLst/>
          </a:prstGeom>
          <a:noFill/>
          <a:ln>
            <a:noFill/>
          </a:ln>
        </p:spPr>
        <p:txBody>
          <a:bodyPr anchorCtr="0" anchor="ctr" bIns="0" lIns="0" spcFirstLastPara="1" rIns="0" wrap="square" tIns="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60" name="Shape 60"/>
        <p:cNvGrpSpPr/>
        <p:nvPr/>
      </p:nvGrpSpPr>
      <p:grpSpPr>
        <a:xfrm>
          <a:off x="0" y="0"/>
          <a:ext cx="0" cy="0"/>
          <a:chOff x="0" y="0"/>
          <a:chExt cx="0" cy="0"/>
        </a:xfrm>
      </p:grpSpPr>
      <p:sp>
        <p:nvSpPr>
          <p:cNvPr id="61" name="Google Shape;61;p26"/>
          <p:cNvSpPr txBox="1"/>
          <p:nvPr>
            <p:ph type="title"/>
          </p:nvPr>
        </p:nvSpPr>
        <p:spPr>
          <a:xfrm>
            <a:off x="685326" y="1637145"/>
            <a:ext cx="18733488" cy="4513188"/>
          </a:xfrm>
          <a:prstGeom prst="rect">
            <a:avLst/>
          </a:prstGeom>
          <a:noFill/>
          <a:ln>
            <a:noFill/>
          </a:ln>
        </p:spPr>
        <p:txBody>
          <a:bodyPr anchorCtr="0" anchor="b" bIns="91400" lIns="91400" spcFirstLastPara="1" rIns="91400" wrap="square" tIns="91400">
            <a:normAutofit/>
          </a:bodyPr>
          <a:lstStyle>
            <a:lvl1pPr lvl="0" algn="ctr">
              <a:lnSpc>
                <a:spcPct val="100000"/>
              </a:lnSpc>
              <a:spcBef>
                <a:spcPts val="0"/>
              </a:spcBef>
              <a:spcAft>
                <a:spcPts val="0"/>
              </a:spcAft>
              <a:buClr>
                <a:srgbClr val="000000"/>
              </a:buClr>
              <a:buSzPts val="5200"/>
              <a:buFont typeface="Arial"/>
              <a:buNone/>
              <a:defRPr sz="11433"/>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2" name="Google Shape;62;p26"/>
          <p:cNvSpPr txBox="1"/>
          <p:nvPr>
            <p:ph idx="1" type="body"/>
          </p:nvPr>
        </p:nvSpPr>
        <p:spPr>
          <a:xfrm>
            <a:off x="685305" y="6231577"/>
            <a:ext cx="18733490" cy="1742744"/>
          </a:xfrm>
          <a:prstGeom prst="rect">
            <a:avLst/>
          </a:prstGeom>
          <a:noFill/>
          <a:ln>
            <a:noFill/>
          </a:ln>
        </p:spPr>
        <p:txBody>
          <a:bodyPr anchorCtr="0" anchor="t" bIns="91400" lIns="91400" spcFirstLastPara="1" rIns="91400" wrap="square" tIns="91400">
            <a:normAutofit/>
          </a:bodyPr>
          <a:lstStyle>
            <a:lvl1pPr indent="-228600" lvl="0" marL="457200" algn="ctr">
              <a:lnSpc>
                <a:spcPct val="100000"/>
              </a:lnSpc>
              <a:spcBef>
                <a:spcPts val="0"/>
              </a:spcBef>
              <a:spcAft>
                <a:spcPts val="0"/>
              </a:spcAft>
              <a:buClr>
                <a:srgbClr val="585858"/>
              </a:buClr>
              <a:buSzPts val="2800"/>
              <a:buFont typeface="Arial"/>
              <a:buNone/>
              <a:defRPr sz="6156"/>
            </a:lvl1pPr>
            <a:lvl2pPr indent="-228600" lvl="1" marL="914400" algn="ctr">
              <a:lnSpc>
                <a:spcPct val="100000"/>
              </a:lnSpc>
              <a:spcBef>
                <a:spcPts val="0"/>
              </a:spcBef>
              <a:spcAft>
                <a:spcPts val="0"/>
              </a:spcAft>
              <a:buClr>
                <a:srgbClr val="585858"/>
              </a:buClr>
              <a:buSzPts val="2800"/>
              <a:buFont typeface="Arial"/>
              <a:buNone/>
              <a:defRPr sz="6156"/>
            </a:lvl2pPr>
            <a:lvl3pPr indent="-228600" lvl="2" marL="1371600" algn="ctr">
              <a:lnSpc>
                <a:spcPct val="100000"/>
              </a:lnSpc>
              <a:spcBef>
                <a:spcPts val="0"/>
              </a:spcBef>
              <a:spcAft>
                <a:spcPts val="0"/>
              </a:spcAft>
              <a:buClr>
                <a:srgbClr val="585858"/>
              </a:buClr>
              <a:buSzPts val="2800"/>
              <a:buFont typeface="Arial"/>
              <a:buNone/>
              <a:defRPr sz="6156"/>
            </a:lvl3pPr>
            <a:lvl4pPr indent="-228600" lvl="3" marL="1828800" algn="ctr">
              <a:lnSpc>
                <a:spcPct val="100000"/>
              </a:lnSpc>
              <a:spcBef>
                <a:spcPts val="0"/>
              </a:spcBef>
              <a:spcAft>
                <a:spcPts val="0"/>
              </a:spcAft>
              <a:buClr>
                <a:srgbClr val="585858"/>
              </a:buClr>
              <a:buSzPts val="2800"/>
              <a:buFont typeface="Arial"/>
              <a:buNone/>
              <a:defRPr sz="6156"/>
            </a:lvl4pPr>
            <a:lvl5pPr indent="-228600" lvl="4" marL="2286000" algn="ctr">
              <a:lnSpc>
                <a:spcPct val="100000"/>
              </a:lnSpc>
              <a:spcBef>
                <a:spcPts val="0"/>
              </a:spcBef>
              <a:spcAft>
                <a:spcPts val="0"/>
              </a:spcAft>
              <a:buClr>
                <a:srgbClr val="585858"/>
              </a:buClr>
              <a:buSzPts val="2800"/>
              <a:buFont typeface="Arial"/>
              <a:buNone/>
              <a:defRPr sz="6156"/>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63" name="Google Shape;63;p26"/>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rgbClr val="000000"/>
        </a:solidFill>
      </p:bgPr>
    </p:bg>
    <p:spTree>
      <p:nvGrpSpPr>
        <p:cNvPr id="64" name="Shape 64"/>
        <p:cNvGrpSpPr/>
        <p:nvPr/>
      </p:nvGrpSpPr>
      <p:grpSpPr>
        <a:xfrm>
          <a:off x="0" y="0"/>
          <a:ext cx="0" cy="0"/>
          <a:chOff x="0" y="0"/>
          <a:chExt cx="0" cy="0"/>
        </a:xfrm>
      </p:grpSpPr>
      <p:sp>
        <p:nvSpPr>
          <p:cNvPr id="65" name="Google Shape;65;p27"/>
          <p:cNvSpPr txBox="1"/>
          <p:nvPr>
            <p:ph idx="1" type="body"/>
          </p:nvPr>
        </p:nvSpPr>
        <p:spPr>
          <a:xfrm>
            <a:off x="7577624" y="876978"/>
            <a:ext cx="11701670" cy="9555395"/>
          </a:xfrm>
          <a:prstGeom prst="rect">
            <a:avLst/>
          </a:prstGeom>
          <a:noFill/>
          <a:ln>
            <a:noFill/>
          </a:ln>
        </p:spPr>
        <p:txBody>
          <a:bodyPr anchorCtr="0" anchor="t" bIns="91400" lIns="91400" spcFirstLastPara="1" rIns="91400" wrap="square" tIns="91400">
            <a:normAutofit/>
          </a:bodyPr>
          <a:lstStyle>
            <a:lvl1pPr indent="-298450" lvl="0" marL="457200" algn="l">
              <a:lnSpc>
                <a:spcPct val="115000"/>
              </a:lnSpc>
              <a:spcBef>
                <a:spcPts val="0"/>
              </a:spcBef>
              <a:spcAft>
                <a:spcPts val="0"/>
              </a:spcAft>
              <a:buClr>
                <a:srgbClr val="585858"/>
              </a:buClr>
              <a:buSzPts val="1100"/>
              <a:buFont typeface="Helvetica Neue"/>
              <a:buChar char="●"/>
              <a:defRPr sz="2418">
                <a:solidFill>
                  <a:srgbClr val="585858"/>
                </a:solidFill>
              </a:defRPr>
            </a:lvl1pPr>
            <a:lvl2pPr indent="-298450" lvl="1" marL="914400" algn="l">
              <a:lnSpc>
                <a:spcPct val="115000"/>
              </a:lnSpc>
              <a:spcBef>
                <a:spcPts val="0"/>
              </a:spcBef>
              <a:spcAft>
                <a:spcPts val="0"/>
              </a:spcAft>
              <a:buClr>
                <a:srgbClr val="585858"/>
              </a:buClr>
              <a:buSzPts val="1100"/>
              <a:buFont typeface="Helvetica Neue"/>
              <a:buChar char="○"/>
              <a:defRPr sz="2418">
                <a:solidFill>
                  <a:srgbClr val="585858"/>
                </a:solidFill>
              </a:defRPr>
            </a:lvl2pPr>
            <a:lvl3pPr indent="-298450" lvl="2" marL="1371600" algn="l">
              <a:lnSpc>
                <a:spcPct val="115000"/>
              </a:lnSpc>
              <a:spcBef>
                <a:spcPts val="0"/>
              </a:spcBef>
              <a:spcAft>
                <a:spcPts val="0"/>
              </a:spcAft>
              <a:buClr>
                <a:srgbClr val="585858"/>
              </a:buClr>
              <a:buSzPts val="1100"/>
              <a:buFont typeface="Helvetica Neue"/>
              <a:buChar char="■"/>
              <a:defRPr sz="2418">
                <a:solidFill>
                  <a:srgbClr val="585858"/>
                </a:solidFill>
              </a:defRPr>
            </a:lvl3pPr>
            <a:lvl4pPr indent="-298450" lvl="3" marL="1828800" algn="l">
              <a:lnSpc>
                <a:spcPct val="115000"/>
              </a:lnSpc>
              <a:spcBef>
                <a:spcPts val="0"/>
              </a:spcBef>
              <a:spcAft>
                <a:spcPts val="0"/>
              </a:spcAft>
              <a:buClr>
                <a:srgbClr val="585858"/>
              </a:buClr>
              <a:buSzPts val="1100"/>
              <a:buFont typeface="Helvetica Neue"/>
              <a:buChar char="●"/>
              <a:defRPr sz="2418">
                <a:solidFill>
                  <a:srgbClr val="585858"/>
                </a:solidFill>
              </a:defRPr>
            </a:lvl4pPr>
            <a:lvl5pPr indent="-298450" lvl="4" marL="2286000" algn="l">
              <a:lnSpc>
                <a:spcPct val="115000"/>
              </a:lnSpc>
              <a:spcBef>
                <a:spcPts val="0"/>
              </a:spcBef>
              <a:spcAft>
                <a:spcPts val="0"/>
              </a:spcAft>
              <a:buClr>
                <a:srgbClr val="585858"/>
              </a:buClr>
              <a:buSzPts val="1100"/>
              <a:buFont typeface="Helvetica Neue"/>
              <a:buChar char="○"/>
              <a:defRPr sz="2418">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66" name="Google Shape;66;p27"/>
          <p:cNvSpPr txBox="1"/>
          <p:nvPr>
            <p:ph type="title"/>
          </p:nvPr>
        </p:nvSpPr>
        <p:spPr>
          <a:xfrm>
            <a:off x="728181" y="854880"/>
            <a:ext cx="5239732"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FFFFFF"/>
              </a:buClr>
              <a:buSzPts val="2000"/>
              <a:buFont typeface="Arial"/>
              <a:buNone/>
              <a:defRPr sz="4397">
                <a:solidFill>
                  <a:srgbClr val="FFFFFF"/>
                </a:solidFill>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67" name="Google Shape;67;p27"/>
          <p:cNvSpPr txBox="1"/>
          <p:nvPr>
            <p:ph idx="12" type="sldNum"/>
          </p:nvPr>
        </p:nvSpPr>
        <p:spPr>
          <a:xfrm>
            <a:off x="19093181" y="10438017"/>
            <a:ext cx="740523" cy="523011"/>
          </a:xfrm>
          <a:prstGeom prst="rect">
            <a:avLst/>
          </a:prstGeom>
          <a:noFill/>
          <a:ln>
            <a:noFill/>
          </a:ln>
        </p:spPr>
        <p:txBody>
          <a:bodyPr anchorCtr="0" anchor="ctr" bIns="91400" lIns="91400" spcFirstLastPara="1" rIns="91400" wrap="square" tIns="91400">
            <a:sp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spTree>
      <p:nvGrpSpPr>
        <p:cNvPr id="68" name="Shape 68"/>
        <p:cNvGrpSpPr/>
        <p:nvPr/>
      </p:nvGrpSpPr>
      <p:grpSpPr>
        <a:xfrm>
          <a:off x="0" y="0"/>
          <a:ext cx="0" cy="0"/>
          <a:chOff x="0" y="0"/>
          <a:chExt cx="0" cy="0"/>
        </a:xfrm>
      </p:grpSpPr>
      <p:sp>
        <p:nvSpPr>
          <p:cNvPr id="69" name="Google Shape;69;p28"/>
          <p:cNvSpPr txBox="1"/>
          <p:nvPr>
            <p:ph type="title"/>
          </p:nvPr>
        </p:nvSpPr>
        <p:spPr>
          <a:xfrm>
            <a:off x="685305" y="4729214"/>
            <a:ext cx="18733490" cy="1850923"/>
          </a:xfrm>
          <a:prstGeom prst="rect">
            <a:avLst/>
          </a:prstGeom>
          <a:noFill/>
          <a:ln>
            <a:noFill/>
          </a:ln>
        </p:spPr>
        <p:txBody>
          <a:bodyPr anchorCtr="0" anchor="ctr" bIns="91400" lIns="91400" spcFirstLastPara="1" rIns="91400" wrap="square" tIns="91400">
            <a:normAutofit/>
          </a:bodyPr>
          <a:lstStyle>
            <a:lvl1pPr lvl="0" algn="ctr">
              <a:lnSpc>
                <a:spcPct val="100000"/>
              </a:lnSpc>
              <a:spcBef>
                <a:spcPts val="0"/>
              </a:spcBef>
              <a:spcAft>
                <a:spcPts val="0"/>
              </a:spcAft>
              <a:buClr>
                <a:srgbClr val="000000"/>
              </a:buClr>
              <a:buSzPts val="3600"/>
              <a:buFont typeface="Arial"/>
              <a:buNone/>
              <a:defRPr sz="7915"/>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0" name="Google Shape;70;p28"/>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ColTx">
  <p:cSld name="TITLE_AND_TWO_COLUMNS">
    <p:spTree>
      <p:nvGrpSpPr>
        <p:cNvPr id="71" name="Shape 71"/>
        <p:cNvGrpSpPr/>
        <p:nvPr/>
      </p:nvGrpSpPr>
      <p:grpSpPr>
        <a:xfrm>
          <a:off x="0" y="0"/>
          <a:ext cx="0" cy="0"/>
          <a:chOff x="0" y="0"/>
          <a:chExt cx="0" cy="0"/>
        </a:xfrm>
      </p:grpSpPr>
      <p:sp>
        <p:nvSpPr>
          <p:cNvPr id="72" name="Google Shape;72;p29"/>
          <p:cNvSpPr txBox="1"/>
          <p:nvPr>
            <p:ph type="title"/>
          </p:nvPr>
        </p:nvSpPr>
        <p:spPr>
          <a:xfrm>
            <a:off x="685305" y="978507"/>
            <a:ext cx="18733490" cy="1259235"/>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3" name="Google Shape;73;p29"/>
          <p:cNvSpPr txBox="1"/>
          <p:nvPr>
            <p:ph idx="1" type="body"/>
          </p:nvPr>
        </p:nvSpPr>
        <p:spPr>
          <a:xfrm>
            <a:off x="685305" y="2534022"/>
            <a:ext cx="8794229" cy="7511862"/>
          </a:xfrm>
          <a:prstGeom prst="rect">
            <a:avLst/>
          </a:prstGeom>
          <a:noFill/>
          <a:ln>
            <a:noFill/>
          </a:ln>
        </p:spPr>
        <p:txBody>
          <a:bodyPr anchorCtr="0" anchor="t" bIns="91400" lIns="91400" spcFirstLastPara="1" rIns="91400" wrap="square" tIns="91400">
            <a:normAutofit/>
          </a:bodyPr>
          <a:lstStyle>
            <a:lvl1pPr indent="-317500" lvl="0" marL="457200" algn="l">
              <a:lnSpc>
                <a:spcPct val="115000"/>
              </a:lnSpc>
              <a:spcBef>
                <a:spcPts val="0"/>
              </a:spcBef>
              <a:spcAft>
                <a:spcPts val="0"/>
              </a:spcAft>
              <a:buSzPts val="1400"/>
              <a:buChar char="●"/>
              <a:defRPr sz="3078"/>
            </a:lvl1pPr>
            <a:lvl2pPr indent="-317500" lvl="1" marL="914400" algn="l">
              <a:lnSpc>
                <a:spcPct val="115000"/>
              </a:lnSpc>
              <a:spcBef>
                <a:spcPts val="0"/>
              </a:spcBef>
              <a:spcAft>
                <a:spcPts val="0"/>
              </a:spcAft>
              <a:buSzPts val="1400"/>
              <a:buChar char="○"/>
              <a:defRPr sz="3078"/>
            </a:lvl2pPr>
            <a:lvl3pPr indent="-317500" lvl="2" marL="1371600" algn="l">
              <a:lnSpc>
                <a:spcPct val="115000"/>
              </a:lnSpc>
              <a:spcBef>
                <a:spcPts val="0"/>
              </a:spcBef>
              <a:spcAft>
                <a:spcPts val="0"/>
              </a:spcAft>
              <a:buSzPts val="1400"/>
              <a:buChar char="■"/>
              <a:defRPr sz="3078"/>
            </a:lvl3pPr>
            <a:lvl4pPr indent="-317500" lvl="3" marL="1828800" algn="l">
              <a:lnSpc>
                <a:spcPct val="115000"/>
              </a:lnSpc>
              <a:spcBef>
                <a:spcPts val="0"/>
              </a:spcBef>
              <a:spcAft>
                <a:spcPts val="0"/>
              </a:spcAft>
              <a:buSzPts val="1400"/>
              <a:buChar char="●"/>
              <a:defRPr sz="3078"/>
            </a:lvl4pPr>
            <a:lvl5pPr indent="-317500" lvl="4" marL="2286000" algn="l">
              <a:lnSpc>
                <a:spcPct val="115000"/>
              </a:lnSpc>
              <a:spcBef>
                <a:spcPts val="0"/>
              </a:spcBef>
              <a:spcAft>
                <a:spcPts val="0"/>
              </a:spcAft>
              <a:buSzPts val="1400"/>
              <a:buChar char="○"/>
              <a:defRPr sz="3078"/>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74" name="Google Shape;74;p29"/>
          <p:cNvSpPr txBox="1"/>
          <p:nvPr>
            <p:ph idx="2" type="body"/>
          </p:nvPr>
        </p:nvSpPr>
        <p:spPr>
          <a:xfrm>
            <a:off x="10624566" y="2534022"/>
            <a:ext cx="8794229" cy="75118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75" name="Google Shape;75;p29"/>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76" name="Shape 76"/>
        <p:cNvGrpSpPr/>
        <p:nvPr/>
      </p:nvGrpSpPr>
      <p:grpSpPr>
        <a:xfrm>
          <a:off x="0" y="0"/>
          <a:ext cx="0" cy="0"/>
          <a:chOff x="0" y="0"/>
          <a:chExt cx="0" cy="0"/>
        </a:xfrm>
      </p:grpSpPr>
      <p:sp>
        <p:nvSpPr>
          <p:cNvPr id="77" name="Google Shape;77;p30"/>
          <p:cNvSpPr txBox="1"/>
          <p:nvPr>
            <p:ph type="title"/>
          </p:nvPr>
        </p:nvSpPr>
        <p:spPr>
          <a:xfrm>
            <a:off x="685305" y="978507"/>
            <a:ext cx="18733490" cy="1259235"/>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78" name="Google Shape;78;p30"/>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spTree>
      <p:nvGrpSpPr>
        <p:cNvPr id="79" name="Shape 79"/>
        <p:cNvGrpSpPr/>
        <p:nvPr/>
      </p:nvGrpSpPr>
      <p:grpSpPr>
        <a:xfrm>
          <a:off x="0" y="0"/>
          <a:ext cx="0" cy="0"/>
          <a:chOff x="0" y="0"/>
          <a:chExt cx="0" cy="0"/>
        </a:xfrm>
      </p:grpSpPr>
      <p:sp>
        <p:nvSpPr>
          <p:cNvPr id="80" name="Google Shape;80;p31"/>
          <p:cNvSpPr txBox="1"/>
          <p:nvPr>
            <p:ph type="title"/>
          </p:nvPr>
        </p:nvSpPr>
        <p:spPr>
          <a:xfrm>
            <a:off x="685306" y="1221634"/>
            <a:ext cx="6173702" cy="1661607"/>
          </a:xfrm>
          <a:prstGeom prst="rect">
            <a:avLst/>
          </a:prstGeom>
          <a:noFill/>
          <a:ln>
            <a:noFill/>
          </a:ln>
        </p:spPr>
        <p:txBody>
          <a:bodyPr anchorCtr="0" anchor="b" bIns="91400" lIns="91400" spcFirstLastPara="1" rIns="91400" wrap="square" tIns="91400">
            <a:normAutofit/>
          </a:bodyPr>
          <a:lstStyle>
            <a:lvl1pPr lvl="0" algn="l">
              <a:lnSpc>
                <a:spcPct val="100000"/>
              </a:lnSpc>
              <a:spcBef>
                <a:spcPts val="0"/>
              </a:spcBef>
              <a:spcAft>
                <a:spcPts val="0"/>
              </a:spcAft>
              <a:buClr>
                <a:srgbClr val="000000"/>
              </a:buClr>
              <a:buSzPts val="2400"/>
              <a:buFont typeface="Arial"/>
              <a:buNone/>
              <a:defRPr sz="527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1" name="Google Shape;81;p31"/>
          <p:cNvSpPr txBox="1"/>
          <p:nvPr>
            <p:ph idx="1" type="body"/>
          </p:nvPr>
        </p:nvSpPr>
        <p:spPr>
          <a:xfrm>
            <a:off x="685306" y="3055403"/>
            <a:ext cx="6173702" cy="6990757"/>
          </a:xfrm>
          <a:prstGeom prst="rect">
            <a:avLst/>
          </a:prstGeom>
          <a:noFill/>
          <a:ln>
            <a:noFill/>
          </a:ln>
        </p:spPr>
        <p:txBody>
          <a:bodyPr anchorCtr="0" anchor="t" bIns="91400" lIns="91400" spcFirstLastPara="1" rIns="91400" wrap="square" tIns="91400">
            <a:normAutofit/>
          </a:bodyPr>
          <a:lstStyle>
            <a:lvl1pPr indent="-304800" lvl="0" marL="457200" algn="l">
              <a:lnSpc>
                <a:spcPct val="115000"/>
              </a:lnSpc>
              <a:spcBef>
                <a:spcPts val="0"/>
              </a:spcBef>
              <a:spcAft>
                <a:spcPts val="0"/>
              </a:spcAft>
              <a:buSzPts val="1200"/>
              <a:buChar char="●"/>
              <a:defRPr sz="2638"/>
            </a:lvl1pPr>
            <a:lvl2pPr indent="-304800" lvl="1" marL="914400" algn="l">
              <a:lnSpc>
                <a:spcPct val="115000"/>
              </a:lnSpc>
              <a:spcBef>
                <a:spcPts val="0"/>
              </a:spcBef>
              <a:spcAft>
                <a:spcPts val="0"/>
              </a:spcAft>
              <a:buSzPts val="1200"/>
              <a:buChar char="○"/>
              <a:defRPr sz="2638"/>
            </a:lvl2pPr>
            <a:lvl3pPr indent="-304800" lvl="2" marL="1371600" algn="l">
              <a:lnSpc>
                <a:spcPct val="115000"/>
              </a:lnSpc>
              <a:spcBef>
                <a:spcPts val="0"/>
              </a:spcBef>
              <a:spcAft>
                <a:spcPts val="0"/>
              </a:spcAft>
              <a:buSzPts val="1200"/>
              <a:buChar char="■"/>
              <a:defRPr sz="2638"/>
            </a:lvl3pPr>
            <a:lvl4pPr indent="-304800" lvl="3" marL="1828800" algn="l">
              <a:lnSpc>
                <a:spcPct val="115000"/>
              </a:lnSpc>
              <a:spcBef>
                <a:spcPts val="0"/>
              </a:spcBef>
              <a:spcAft>
                <a:spcPts val="0"/>
              </a:spcAft>
              <a:buSzPts val="1200"/>
              <a:buChar char="●"/>
              <a:defRPr sz="2638"/>
            </a:lvl4pPr>
            <a:lvl5pPr indent="-304800" lvl="4" marL="2286000" algn="l">
              <a:lnSpc>
                <a:spcPct val="115000"/>
              </a:lnSpc>
              <a:spcBef>
                <a:spcPts val="0"/>
              </a:spcBef>
              <a:spcAft>
                <a:spcPts val="0"/>
              </a:spcAft>
              <a:buSzPts val="1200"/>
              <a:buChar char="○"/>
              <a:defRPr sz="2638"/>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82" name="Google Shape;82;p31"/>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spTree>
      <p:nvGrpSpPr>
        <p:cNvPr id="83" name="Shape 83"/>
        <p:cNvGrpSpPr/>
        <p:nvPr/>
      </p:nvGrpSpPr>
      <p:grpSpPr>
        <a:xfrm>
          <a:off x="0" y="0"/>
          <a:ext cx="0" cy="0"/>
          <a:chOff x="0" y="0"/>
          <a:chExt cx="0" cy="0"/>
        </a:xfrm>
      </p:grpSpPr>
      <p:sp>
        <p:nvSpPr>
          <p:cNvPr id="84" name="Google Shape;84;p32"/>
          <p:cNvSpPr txBox="1"/>
          <p:nvPr>
            <p:ph type="title"/>
          </p:nvPr>
        </p:nvSpPr>
        <p:spPr>
          <a:xfrm>
            <a:off x="1077870" y="989773"/>
            <a:ext cx="14000318" cy="8994712"/>
          </a:xfrm>
          <a:prstGeom prst="rect">
            <a:avLst/>
          </a:prstGeom>
          <a:noFill/>
          <a:ln>
            <a:noFill/>
          </a:ln>
        </p:spPr>
        <p:txBody>
          <a:bodyPr anchorCtr="0" anchor="ctr" bIns="91400" lIns="91400" spcFirstLastPara="1" rIns="91400" wrap="square" tIns="91400">
            <a:normAutofit/>
          </a:bodyPr>
          <a:lstStyle>
            <a:lvl1pPr lvl="0" algn="l">
              <a:lnSpc>
                <a:spcPct val="100000"/>
              </a:lnSpc>
              <a:spcBef>
                <a:spcPts val="0"/>
              </a:spcBef>
              <a:spcAft>
                <a:spcPts val="0"/>
              </a:spcAft>
              <a:buClr>
                <a:srgbClr val="000000"/>
              </a:buClr>
              <a:buSzPts val="4800"/>
              <a:buFont typeface="Arial"/>
              <a:buNone/>
              <a:defRPr sz="10553"/>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5" name="Google Shape;85;p32"/>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SECTION_TITLE_AND_DESCRIPTION">
    <p:spTree>
      <p:nvGrpSpPr>
        <p:cNvPr id="86" name="Shape 86"/>
        <p:cNvGrpSpPr/>
        <p:nvPr/>
      </p:nvGrpSpPr>
      <p:grpSpPr>
        <a:xfrm>
          <a:off x="0" y="0"/>
          <a:ext cx="0" cy="0"/>
          <a:chOff x="0" y="0"/>
          <a:chExt cx="0" cy="0"/>
        </a:xfrm>
      </p:grpSpPr>
      <p:sp>
        <p:nvSpPr>
          <p:cNvPr id="87" name="Google Shape;87;p33"/>
          <p:cNvSpPr/>
          <p:nvPr/>
        </p:nvSpPr>
        <p:spPr>
          <a:xfrm>
            <a:off x="10052050" y="-274"/>
            <a:ext cx="10052050" cy="11309352"/>
          </a:xfrm>
          <a:prstGeom prst="rect">
            <a:avLst/>
          </a:prstGeom>
          <a:solidFill>
            <a:srgbClr val="EEEEE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88" name="Google Shape;88;p33"/>
          <p:cNvSpPr txBox="1"/>
          <p:nvPr>
            <p:ph type="title"/>
          </p:nvPr>
        </p:nvSpPr>
        <p:spPr>
          <a:xfrm>
            <a:off x="583731" y="2711464"/>
            <a:ext cx="8893822" cy="3259232"/>
          </a:xfrm>
          <a:prstGeom prst="rect">
            <a:avLst/>
          </a:prstGeom>
          <a:noFill/>
          <a:ln>
            <a:noFill/>
          </a:ln>
        </p:spPr>
        <p:txBody>
          <a:bodyPr anchorCtr="0" anchor="b" bIns="91400" lIns="91400" spcFirstLastPara="1" rIns="91400" wrap="square" tIns="91400">
            <a:normAutofit/>
          </a:bodyPr>
          <a:lstStyle>
            <a:lvl1pPr lvl="0" algn="ctr">
              <a:lnSpc>
                <a:spcPct val="100000"/>
              </a:lnSpc>
              <a:spcBef>
                <a:spcPts val="0"/>
              </a:spcBef>
              <a:spcAft>
                <a:spcPts val="0"/>
              </a:spcAft>
              <a:buClr>
                <a:srgbClr val="000000"/>
              </a:buClr>
              <a:buSzPts val="4200"/>
              <a:buFont typeface="Arial"/>
              <a:buNone/>
              <a:defRPr sz="9234"/>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89" name="Google Shape;89;p33"/>
          <p:cNvSpPr txBox="1"/>
          <p:nvPr>
            <p:ph idx="1" type="body"/>
          </p:nvPr>
        </p:nvSpPr>
        <p:spPr>
          <a:xfrm>
            <a:off x="583731" y="6163306"/>
            <a:ext cx="8893822" cy="2715697"/>
          </a:xfrm>
          <a:prstGeom prst="rect">
            <a:avLst/>
          </a:prstGeom>
          <a:noFill/>
          <a:ln>
            <a:noFill/>
          </a:ln>
        </p:spPr>
        <p:txBody>
          <a:bodyPr anchorCtr="0" anchor="t" bIns="91400" lIns="91400" spcFirstLastPara="1" rIns="91400" wrap="square" tIns="91400">
            <a:normAutofit/>
          </a:bodyPr>
          <a:lstStyle>
            <a:lvl1pPr indent="-228600" lvl="0" marL="457200" algn="ctr">
              <a:lnSpc>
                <a:spcPct val="100000"/>
              </a:lnSpc>
              <a:spcBef>
                <a:spcPts val="0"/>
              </a:spcBef>
              <a:spcAft>
                <a:spcPts val="0"/>
              </a:spcAft>
              <a:buClr>
                <a:srgbClr val="585858"/>
              </a:buClr>
              <a:buSzPts val="2100"/>
              <a:buFont typeface="Arial"/>
              <a:buNone/>
              <a:defRPr sz="4617"/>
            </a:lvl1pPr>
            <a:lvl2pPr indent="-228600" lvl="1" marL="914400" algn="ctr">
              <a:lnSpc>
                <a:spcPct val="100000"/>
              </a:lnSpc>
              <a:spcBef>
                <a:spcPts val="0"/>
              </a:spcBef>
              <a:spcAft>
                <a:spcPts val="0"/>
              </a:spcAft>
              <a:buClr>
                <a:srgbClr val="585858"/>
              </a:buClr>
              <a:buSzPts val="2100"/>
              <a:buFont typeface="Arial"/>
              <a:buNone/>
              <a:defRPr sz="4617"/>
            </a:lvl2pPr>
            <a:lvl3pPr indent="-228600" lvl="2" marL="1371600" algn="ctr">
              <a:lnSpc>
                <a:spcPct val="100000"/>
              </a:lnSpc>
              <a:spcBef>
                <a:spcPts val="0"/>
              </a:spcBef>
              <a:spcAft>
                <a:spcPts val="0"/>
              </a:spcAft>
              <a:buClr>
                <a:srgbClr val="585858"/>
              </a:buClr>
              <a:buSzPts val="2100"/>
              <a:buFont typeface="Arial"/>
              <a:buNone/>
              <a:defRPr sz="4617"/>
            </a:lvl3pPr>
            <a:lvl4pPr indent="-228600" lvl="3" marL="1828800" algn="ctr">
              <a:lnSpc>
                <a:spcPct val="100000"/>
              </a:lnSpc>
              <a:spcBef>
                <a:spcPts val="0"/>
              </a:spcBef>
              <a:spcAft>
                <a:spcPts val="0"/>
              </a:spcAft>
              <a:buClr>
                <a:srgbClr val="585858"/>
              </a:buClr>
              <a:buSzPts val="2100"/>
              <a:buFont typeface="Arial"/>
              <a:buNone/>
              <a:defRPr sz="4617"/>
            </a:lvl4pPr>
            <a:lvl5pPr indent="-228600" lvl="4" marL="2286000" algn="ctr">
              <a:lnSpc>
                <a:spcPct val="100000"/>
              </a:lnSpc>
              <a:spcBef>
                <a:spcPts val="0"/>
              </a:spcBef>
              <a:spcAft>
                <a:spcPts val="0"/>
              </a:spcAft>
              <a:buClr>
                <a:srgbClr val="585858"/>
              </a:buClr>
              <a:buSzPts val="2100"/>
              <a:buFont typeface="Arial"/>
              <a:buNone/>
              <a:defRPr sz="4617"/>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90" name="Google Shape;90;p33"/>
          <p:cNvSpPr txBox="1"/>
          <p:nvPr>
            <p:ph idx="2" type="body"/>
          </p:nvPr>
        </p:nvSpPr>
        <p:spPr>
          <a:xfrm>
            <a:off x="10860040" y="1592069"/>
            <a:ext cx="8436071" cy="8124663"/>
          </a:xfrm>
          <a:prstGeom prst="rect">
            <a:avLst/>
          </a:prstGeom>
          <a:noFill/>
          <a:ln>
            <a:noFill/>
          </a:ln>
        </p:spPr>
        <p:txBody>
          <a:bodyPr anchorCtr="0" anchor="ctr"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91" name="Google Shape;91;p33"/>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p:cSld name="CAPTION_ONLY">
    <p:spTree>
      <p:nvGrpSpPr>
        <p:cNvPr id="92" name="Shape 92"/>
        <p:cNvGrpSpPr/>
        <p:nvPr/>
      </p:nvGrpSpPr>
      <p:grpSpPr>
        <a:xfrm>
          <a:off x="0" y="0"/>
          <a:ext cx="0" cy="0"/>
          <a:chOff x="0" y="0"/>
          <a:chExt cx="0" cy="0"/>
        </a:xfrm>
      </p:grpSpPr>
      <p:sp>
        <p:nvSpPr>
          <p:cNvPr id="93" name="Google Shape;93;p34"/>
          <p:cNvSpPr txBox="1"/>
          <p:nvPr>
            <p:ph idx="1" type="body"/>
          </p:nvPr>
        </p:nvSpPr>
        <p:spPr>
          <a:xfrm>
            <a:off x="685305" y="9302043"/>
            <a:ext cx="13189033" cy="1330475"/>
          </a:xfrm>
          <a:prstGeom prst="rect">
            <a:avLst/>
          </a:prstGeom>
          <a:noFill/>
          <a:ln>
            <a:noFill/>
          </a:ln>
        </p:spPr>
        <p:txBody>
          <a:bodyPr anchorCtr="0" anchor="ctr" bIns="91400" lIns="91400" spcFirstLastPara="1" rIns="91400" wrap="square" tIns="91400">
            <a:normAutofit/>
          </a:bodyPr>
          <a:lstStyle>
            <a:lvl1pPr indent="-228600" lvl="0" marL="457200" algn="l">
              <a:lnSpc>
                <a:spcPct val="100000"/>
              </a:lnSpc>
              <a:spcBef>
                <a:spcPts val="0"/>
              </a:spcBef>
              <a:spcAft>
                <a:spcPts val="0"/>
              </a:spcAft>
              <a:buClr>
                <a:srgbClr val="585858"/>
              </a:buClr>
              <a:buSzPts val="1800"/>
              <a:buNone/>
              <a:defRPr/>
            </a:lvl1pPr>
          </a:lstStyle>
          <a:p/>
        </p:txBody>
      </p:sp>
      <p:sp>
        <p:nvSpPr>
          <p:cNvPr id="94" name="Google Shape;94;p34"/>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1_BIG_NUMBER">
    <p:spTree>
      <p:nvGrpSpPr>
        <p:cNvPr id="95" name="Shape 95"/>
        <p:cNvGrpSpPr/>
        <p:nvPr/>
      </p:nvGrpSpPr>
      <p:grpSpPr>
        <a:xfrm>
          <a:off x="0" y="0"/>
          <a:ext cx="0" cy="0"/>
          <a:chOff x="0" y="0"/>
          <a:chExt cx="0" cy="0"/>
        </a:xfrm>
      </p:grpSpPr>
      <p:sp>
        <p:nvSpPr>
          <p:cNvPr id="96" name="Google Shape;96;p35"/>
          <p:cNvSpPr txBox="1"/>
          <p:nvPr>
            <p:ph type="title"/>
          </p:nvPr>
        </p:nvSpPr>
        <p:spPr>
          <a:xfrm>
            <a:off x="685305" y="2432109"/>
            <a:ext cx="18733490" cy="4317276"/>
          </a:xfrm>
          <a:prstGeom prst="rect">
            <a:avLst/>
          </a:prstGeom>
          <a:noFill/>
          <a:ln>
            <a:noFill/>
          </a:ln>
        </p:spPr>
        <p:txBody>
          <a:bodyPr anchorCtr="0" anchor="b" bIns="91400" lIns="91400" spcFirstLastPara="1" rIns="91400" wrap="square" tIns="91400">
            <a:normAutofit/>
          </a:bodyPr>
          <a:lstStyle>
            <a:lvl1pPr lvl="0" algn="ctr">
              <a:lnSpc>
                <a:spcPct val="100000"/>
              </a:lnSpc>
              <a:spcBef>
                <a:spcPts val="0"/>
              </a:spcBef>
              <a:spcAft>
                <a:spcPts val="0"/>
              </a:spcAft>
              <a:buClr>
                <a:srgbClr val="000000"/>
              </a:buClr>
              <a:buSzPts val="12000"/>
              <a:buFont typeface="Arial"/>
              <a:buNone/>
              <a:defRPr sz="26383"/>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97" name="Google Shape;97;p35"/>
          <p:cNvSpPr txBox="1"/>
          <p:nvPr>
            <p:ph idx="1" type="body"/>
          </p:nvPr>
        </p:nvSpPr>
        <p:spPr>
          <a:xfrm>
            <a:off x="685305" y="6931003"/>
            <a:ext cx="18733490" cy="2860154"/>
          </a:xfrm>
          <a:prstGeom prst="rect">
            <a:avLst/>
          </a:prstGeom>
          <a:noFill/>
          <a:ln>
            <a:noFill/>
          </a:ln>
        </p:spPr>
        <p:txBody>
          <a:bodyPr anchorCtr="0" anchor="t" bIns="91400" lIns="91400" spcFirstLastPara="1" rIns="91400" wrap="square" tIns="91400">
            <a:normAutofit/>
          </a:bodyPr>
          <a:lstStyle>
            <a:lvl1pPr indent="-342900" lvl="0" marL="457200" algn="ctr">
              <a:lnSpc>
                <a:spcPct val="115000"/>
              </a:lnSpc>
              <a:spcBef>
                <a:spcPts val="0"/>
              </a:spcBef>
              <a:spcAft>
                <a:spcPts val="0"/>
              </a:spcAft>
              <a:buSzPts val="1800"/>
              <a:buChar char="●"/>
              <a:defRPr/>
            </a:lvl1pPr>
            <a:lvl2pPr indent="-342900" lvl="1" marL="914400" algn="ctr">
              <a:lnSpc>
                <a:spcPct val="115000"/>
              </a:lnSpc>
              <a:spcBef>
                <a:spcPts val="0"/>
              </a:spcBef>
              <a:spcAft>
                <a:spcPts val="0"/>
              </a:spcAft>
              <a:buSzPts val="1800"/>
              <a:buChar char="○"/>
              <a:defRPr/>
            </a:lvl2pPr>
            <a:lvl3pPr indent="-342900" lvl="2" marL="1371600" algn="ctr">
              <a:lnSpc>
                <a:spcPct val="115000"/>
              </a:lnSpc>
              <a:spcBef>
                <a:spcPts val="0"/>
              </a:spcBef>
              <a:spcAft>
                <a:spcPts val="0"/>
              </a:spcAft>
              <a:buSzPts val="1800"/>
              <a:buChar char="■"/>
              <a:defRPr/>
            </a:lvl3pPr>
            <a:lvl4pPr indent="-342900" lvl="3" marL="1828800" algn="ctr">
              <a:lnSpc>
                <a:spcPct val="115000"/>
              </a:lnSpc>
              <a:spcBef>
                <a:spcPts val="0"/>
              </a:spcBef>
              <a:spcAft>
                <a:spcPts val="0"/>
              </a:spcAft>
              <a:buSzPts val="1800"/>
              <a:buChar char="●"/>
              <a:defRPr/>
            </a:lvl4pPr>
            <a:lvl5pPr indent="-342900" lvl="4" marL="2286000" algn="ctr">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98" name="Google Shape;98;p35"/>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sp>
        <p:nvSpPr>
          <p:cNvPr id="100" name="Google Shape;100;p36"/>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101" name="Shape 101"/>
        <p:cNvGrpSpPr/>
        <p:nvPr/>
      </p:nvGrpSpPr>
      <p:grpSpPr>
        <a:xfrm>
          <a:off x="0" y="0"/>
          <a:ext cx="0" cy="0"/>
          <a:chOff x="0" y="0"/>
          <a:chExt cx="0" cy="0"/>
        </a:xfrm>
      </p:grpSpPr>
      <p:sp>
        <p:nvSpPr>
          <p:cNvPr id="102" name="Google Shape;102;p37"/>
          <p:cNvSpPr txBox="1"/>
          <p:nvPr>
            <p:ph type="title"/>
          </p:nvPr>
        </p:nvSpPr>
        <p:spPr>
          <a:xfrm>
            <a:off x="251301" y="202670"/>
            <a:ext cx="19601498" cy="5175456"/>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15900"/>
              <a:buFont typeface="Arial"/>
              <a:buNone/>
              <a:defRPr sz="34958"/>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03" name="Google Shape;103;p37"/>
          <p:cNvSpPr/>
          <p:nvPr/>
        </p:nvSpPr>
        <p:spPr>
          <a:xfrm>
            <a:off x="9343274" y="7670282"/>
            <a:ext cx="10258502" cy="3147755"/>
          </a:xfrm>
          <a:prstGeom prst="roundRect">
            <a:avLst>
              <a:gd fmla="val 8852" name="adj"/>
            </a:avLst>
          </a:prstGeom>
          <a:no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04" name="Google Shape;104;p37"/>
          <p:cNvSpPr txBox="1"/>
          <p:nvPr>
            <p:ph idx="12" type="sldNum"/>
          </p:nvPr>
        </p:nvSpPr>
        <p:spPr>
          <a:xfrm>
            <a:off x="9716982" y="10132053"/>
            <a:ext cx="4690957" cy="700080"/>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1_TITLE">
    <p:spTree>
      <p:nvGrpSpPr>
        <p:cNvPr id="105" name="Shape 105"/>
        <p:cNvGrpSpPr/>
        <p:nvPr/>
      </p:nvGrpSpPr>
      <p:grpSpPr>
        <a:xfrm>
          <a:off x="0" y="0"/>
          <a:ext cx="0" cy="0"/>
          <a:chOff x="0" y="0"/>
          <a:chExt cx="0" cy="0"/>
        </a:xfrm>
      </p:grpSpPr>
      <p:sp>
        <p:nvSpPr>
          <p:cNvPr id="106" name="Google Shape;106;p38"/>
          <p:cNvSpPr txBox="1"/>
          <p:nvPr>
            <p:ph type="title"/>
          </p:nvPr>
        </p:nvSpPr>
        <p:spPr>
          <a:xfrm>
            <a:off x="685326" y="1637145"/>
            <a:ext cx="18733488" cy="4513188"/>
          </a:xfrm>
          <a:prstGeom prst="rect">
            <a:avLst/>
          </a:prstGeom>
          <a:noFill/>
          <a:ln>
            <a:noFill/>
          </a:ln>
        </p:spPr>
        <p:txBody>
          <a:bodyPr anchorCtr="0" anchor="b" bIns="91400" lIns="91400" spcFirstLastPara="1" rIns="91400" wrap="square" tIns="91400">
            <a:normAutofit/>
          </a:bodyPr>
          <a:lstStyle>
            <a:lvl1pPr lvl="0" algn="ctr">
              <a:lnSpc>
                <a:spcPct val="100000"/>
              </a:lnSpc>
              <a:spcBef>
                <a:spcPts val="0"/>
              </a:spcBef>
              <a:spcAft>
                <a:spcPts val="0"/>
              </a:spcAft>
              <a:buClr>
                <a:srgbClr val="000000"/>
              </a:buClr>
              <a:buSzPts val="5200"/>
              <a:buFont typeface="Arial"/>
              <a:buNone/>
              <a:defRPr sz="11433"/>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07" name="Google Shape;107;p38"/>
          <p:cNvSpPr txBox="1"/>
          <p:nvPr>
            <p:ph idx="1" type="body"/>
          </p:nvPr>
        </p:nvSpPr>
        <p:spPr>
          <a:xfrm>
            <a:off x="685305" y="6231577"/>
            <a:ext cx="18733490" cy="1742744"/>
          </a:xfrm>
          <a:prstGeom prst="rect">
            <a:avLst/>
          </a:prstGeom>
          <a:noFill/>
          <a:ln>
            <a:noFill/>
          </a:ln>
        </p:spPr>
        <p:txBody>
          <a:bodyPr anchorCtr="0" anchor="t" bIns="91400" lIns="91400" spcFirstLastPara="1" rIns="91400" wrap="square" tIns="91400">
            <a:normAutofit/>
          </a:bodyPr>
          <a:lstStyle>
            <a:lvl1pPr indent="-228600" lvl="0" marL="457200" algn="ctr">
              <a:lnSpc>
                <a:spcPct val="100000"/>
              </a:lnSpc>
              <a:spcBef>
                <a:spcPts val="0"/>
              </a:spcBef>
              <a:spcAft>
                <a:spcPts val="0"/>
              </a:spcAft>
              <a:buClr>
                <a:srgbClr val="585858"/>
              </a:buClr>
              <a:buSzPts val="2800"/>
              <a:buFont typeface="Arial"/>
              <a:buNone/>
              <a:defRPr sz="6156">
                <a:solidFill>
                  <a:srgbClr val="585858"/>
                </a:solidFill>
              </a:defRPr>
            </a:lvl1pPr>
            <a:lvl2pPr indent="-228600" lvl="1" marL="914400" algn="ctr">
              <a:lnSpc>
                <a:spcPct val="100000"/>
              </a:lnSpc>
              <a:spcBef>
                <a:spcPts val="0"/>
              </a:spcBef>
              <a:spcAft>
                <a:spcPts val="0"/>
              </a:spcAft>
              <a:buClr>
                <a:srgbClr val="585858"/>
              </a:buClr>
              <a:buSzPts val="2800"/>
              <a:buFont typeface="Arial"/>
              <a:buNone/>
              <a:defRPr sz="6156">
                <a:solidFill>
                  <a:srgbClr val="585858"/>
                </a:solidFill>
              </a:defRPr>
            </a:lvl2pPr>
            <a:lvl3pPr indent="-228600" lvl="2" marL="1371600" algn="ctr">
              <a:lnSpc>
                <a:spcPct val="100000"/>
              </a:lnSpc>
              <a:spcBef>
                <a:spcPts val="0"/>
              </a:spcBef>
              <a:spcAft>
                <a:spcPts val="0"/>
              </a:spcAft>
              <a:buClr>
                <a:srgbClr val="585858"/>
              </a:buClr>
              <a:buSzPts val="2800"/>
              <a:buFont typeface="Arial"/>
              <a:buNone/>
              <a:defRPr sz="6156">
                <a:solidFill>
                  <a:srgbClr val="585858"/>
                </a:solidFill>
              </a:defRPr>
            </a:lvl3pPr>
            <a:lvl4pPr indent="-228600" lvl="3" marL="1828800" algn="ctr">
              <a:lnSpc>
                <a:spcPct val="100000"/>
              </a:lnSpc>
              <a:spcBef>
                <a:spcPts val="0"/>
              </a:spcBef>
              <a:spcAft>
                <a:spcPts val="0"/>
              </a:spcAft>
              <a:buClr>
                <a:srgbClr val="585858"/>
              </a:buClr>
              <a:buSzPts val="2800"/>
              <a:buFont typeface="Arial"/>
              <a:buNone/>
              <a:defRPr sz="6156">
                <a:solidFill>
                  <a:srgbClr val="585858"/>
                </a:solidFill>
              </a:defRPr>
            </a:lvl4pPr>
            <a:lvl5pPr indent="-228600" lvl="4" marL="2286000" algn="ctr">
              <a:lnSpc>
                <a:spcPct val="100000"/>
              </a:lnSpc>
              <a:spcBef>
                <a:spcPts val="0"/>
              </a:spcBef>
              <a:spcAft>
                <a:spcPts val="0"/>
              </a:spcAft>
              <a:buClr>
                <a:srgbClr val="585858"/>
              </a:buClr>
              <a:buSzPts val="2800"/>
              <a:buFont typeface="Arial"/>
              <a:buNone/>
              <a:defRPr sz="6156">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08" name="Google Shape;108;p38"/>
          <p:cNvSpPr txBox="1"/>
          <p:nvPr>
            <p:ph idx="12" type="sldNum"/>
          </p:nvPr>
        </p:nvSpPr>
        <p:spPr>
          <a:xfrm>
            <a:off x="19093181" y="10335959"/>
            <a:ext cx="740523"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p:cSld name="1_TITLE_AND_BODY">
    <p:spTree>
      <p:nvGrpSpPr>
        <p:cNvPr id="109" name="Shape 109"/>
        <p:cNvGrpSpPr/>
        <p:nvPr/>
      </p:nvGrpSpPr>
      <p:grpSpPr>
        <a:xfrm>
          <a:off x="0" y="0"/>
          <a:ext cx="0" cy="0"/>
          <a:chOff x="0" y="0"/>
          <a:chExt cx="0" cy="0"/>
        </a:xfrm>
      </p:grpSpPr>
      <p:sp>
        <p:nvSpPr>
          <p:cNvPr id="110" name="Google Shape;110;p39"/>
          <p:cNvSpPr txBox="1"/>
          <p:nvPr>
            <p:ph type="title"/>
          </p:nvPr>
        </p:nvSpPr>
        <p:spPr>
          <a:xfrm>
            <a:off x="685305" y="978507"/>
            <a:ext cx="18733490" cy="1259235"/>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11" name="Google Shape;111;p39"/>
          <p:cNvSpPr txBox="1"/>
          <p:nvPr>
            <p:ph idx="1" type="body"/>
          </p:nvPr>
        </p:nvSpPr>
        <p:spPr>
          <a:xfrm>
            <a:off x="685305" y="2534022"/>
            <a:ext cx="18733490" cy="75118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Clr>
                <a:srgbClr val="585858"/>
              </a:buClr>
              <a:buSzPts val="1800"/>
              <a:buChar char="●"/>
              <a:defRPr>
                <a:solidFill>
                  <a:srgbClr val="585858"/>
                </a:solidFill>
              </a:defRPr>
            </a:lvl1pPr>
            <a:lvl2pPr indent="-342900" lvl="1" marL="914400" algn="l">
              <a:lnSpc>
                <a:spcPct val="115000"/>
              </a:lnSpc>
              <a:spcBef>
                <a:spcPts val="0"/>
              </a:spcBef>
              <a:spcAft>
                <a:spcPts val="0"/>
              </a:spcAft>
              <a:buClr>
                <a:srgbClr val="585858"/>
              </a:buClr>
              <a:buSzPts val="1800"/>
              <a:buChar char="○"/>
              <a:defRPr>
                <a:solidFill>
                  <a:srgbClr val="585858"/>
                </a:solidFill>
              </a:defRPr>
            </a:lvl2pPr>
            <a:lvl3pPr indent="-342900" lvl="2" marL="1371600" algn="l">
              <a:lnSpc>
                <a:spcPct val="115000"/>
              </a:lnSpc>
              <a:spcBef>
                <a:spcPts val="0"/>
              </a:spcBef>
              <a:spcAft>
                <a:spcPts val="0"/>
              </a:spcAft>
              <a:buClr>
                <a:srgbClr val="585858"/>
              </a:buClr>
              <a:buSzPts val="1800"/>
              <a:buChar char="■"/>
              <a:defRPr>
                <a:solidFill>
                  <a:srgbClr val="585858"/>
                </a:solidFill>
              </a:defRPr>
            </a:lvl3pPr>
            <a:lvl4pPr indent="-342900" lvl="3" marL="1828800" algn="l">
              <a:lnSpc>
                <a:spcPct val="115000"/>
              </a:lnSpc>
              <a:spcBef>
                <a:spcPts val="0"/>
              </a:spcBef>
              <a:spcAft>
                <a:spcPts val="0"/>
              </a:spcAft>
              <a:buClr>
                <a:srgbClr val="585858"/>
              </a:buClr>
              <a:buSzPts val="1800"/>
              <a:buChar char="●"/>
              <a:defRPr>
                <a:solidFill>
                  <a:srgbClr val="585858"/>
                </a:solidFill>
              </a:defRPr>
            </a:lvl4pPr>
            <a:lvl5pPr indent="-342900" lvl="4" marL="2286000" algn="l">
              <a:lnSpc>
                <a:spcPct val="115000"/>
              </a:lnSpc>
              <a:spcBef>
                <a:spcPts val="0"/>
              </a:spcBef>
              <a:spcAft>
                <a:spcPts val="0"/>
              </a:spcAft>
              <a:buClr>
                <a:srgbClr val="585858"/>
              </a:buClr>
              <a:buSzPts val="1800"/>
              <a:buChar char="○"/>
              <a:defRPr>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12" name="Google Shape;112;p39"/>
          <p:cNvSpPr txBox="1"/>
          <p:nvPr>
            <p:ph idx="12" type="sldNum"/>
          </p:nvPr>
        </p:nvSpPr>
        <p:spPr>
          <a:xfrm>
            <a:off x="19093181" y="10335959"/>
            <a:ext cx="740523"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1_ONE_COLUMN_TEXT">
    <p:spTree>
      <p:nvGrpSpPr>
        <p:cNvPr id="113" name="Shape 113"/>
        <p:cNvGrpSpPr/>
        <p:nvPr/>
      </p:nvGrpSpPr>
      <p:grpSpPr>
        <a:xfrm>
          <a:off x="0" y="0"/>
          <a:ext cx="0" cy="0"/>
          <a:chOff x="0" y="0"/>
          <a:chExt cx="0" cy="0"/>
        </a:xfrm>
      </p:grpSpPr>
      <p:sp>
        <p:nvSpPr>
          <p:cNvPr id="114" name="Google Shape;114;p40"/>
          <p:cNvSpPr txBox="1"/>
          <p:nvPr>
            <p:ph type="title"/>
          </p:nvPr>
        </p:nvSpPr>
        <p:spPr>
          <a:xfrm>
            <a:off x="685306" y="1221634"/>
            <a:ext cx="6173702" cy="1661607"/>
          </a:xfrm>
          <a:prstGeom prst="rect">
            <a:avLst/>
          </a:prstGeom>
          <a:noFill/>
          <a:ln>
            <a:noFill/>
          </a:ln>
        </p:spPr>
        <p:txBody>
          <a:bodyPr anchorCtr="0" anchor="b" bIns="91400" lIns="91400" spcFirstLastPara="1" rIns="91400" wrap="square" tIns="91400">
            <a:normAutofit/>
          </a:bodyPr>
          <a:lstStyle>
            <a:lvl1pPr lvl="0" algn="l">
              <a:lnSpc>
                <a:spcPct val="100000"/>
              </a:lnSpc>
              <a:spcBef>
                <a:spcPts val="0"/>
              </a:spcBef>
              <a:spcAft>
                <a:spcPts val="0"/>
              </a:spcAft>
              <a:buClr>
                <a:srgbClr val="000000"/>
              </a:buClr>
              <a:buSzPts val="2400"/>
              <a:buFont typeface="Arial"/>
              <a:buNone/>
              <a:defRPr sz="527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15" name="Google Shape;115;p40"/>
          <p:cNvSpPr txBox="1"/>
          <p:nvPr>
            <p:ph idx="1" type="body"/>
          </p:nvPr>
        </p:nvSpPr>
        <p:spPr>
          <a:xfrm>
            <a:off x="685306" y="3055403"/>
            <a:ext cx="6173702" cy="6990757"/>
          </a:xfrm>
          <a:prstGeom prst="rect">
            <a:avLst/>
          </a:prstGeom>
          <a:noFill/>
          <a:ln>
            <a:noFill/>
          </a:ln>
        </p:spPr>
        <p:txBody>
          <a:bodyPr anchorCtr="0" anchor="t" bIns="91400" lIns="91400" spcFirstLastPara="1" rIns="91400" wrap="square" tIns="91400">
            <a:normAutofit/>
          </a:bodyPr>
          <a:lstStyle>
            <a:lvl1pPr indent="-304800" lvl="0" marL="457200" algn="l">
              <a:lnSpc>
                <a:spcPct val="115000"/>
              </a:lnSpc>
              <a:spcBef>
                <a:spcPts val="0"/>
              </a:spcBef>
              <a:spcAft>
                <a:spcPts val="0"/>
              </a:spcAft>
              <a:buClr>
                <a:srgbClr val="585858"/>
              </a:buClr>
              <a:buSzPts val="1200"/>
              <a:buChar char="●"/>
              <a:defRPr sz="2638">
                <a:solidFill>
                  <a:srgbClr val="585858"/>
                </a:solidFill>
              </a:defRPr>
            </a:lvl1pPr>
            <a:lvl2pPr indent="-304800" lvl="1" marL="914400" algn="l">
              <a:lnSpc>
                <a:spcPct val="115000"/>
              </a:lnSpc>
              <a:spcBef>
                <a:spcPts val="0"/>
              </a:spcBef>
              <a:spcAft>
                <a:spcPts val="0"/>
              </a:spcAft>
              <a:buClr>
                <a:srgbClr val="585858"/>
              </a:buClr>
              <a:buSzPts val="1200"/>
              <a:buChar char="○"/>
              <a:defRPr sz="2638">
                <a:solidFill>
                  <a:srgbClr val="585858"/>
                </a:solidFill>
              </a:defRPr>
            </a:lvl2pPr>
            <a:lvl3pPr indent="-304800" lvl="2" marL="1371600" algn="l">
              <a:lnSpc>
                <a:spcPct val="115000"/>
              </a:lnSpc>
              <a:spcBef>
                <a:spcPts val="0"/>
              </a:spcBef>
              <a:spcAft>
                <a:spcPts val="0"/>
              </a:spcAft>
              <a:buClr>
                <a:srgbClr val="585858"/>
              </a:buClr>
              <a:buSzPts val="1200"/>
              <a:buChar char="■"/>
              <a:defRPr sz="2638">
                <a:solidFill>
                  <a:srgbClr val="585858"/>
                </a:solidFill>
              </a:defRPr>
            </a:lvl3pPr>
            <a:lvl4pPr indent="-304800" lvl="3" marL="1828800" algn="l">
              <a:lnSpc>
                <a:spcPct val="115000"/>
              </a:lnSpc>
              <a:spcBef>
                <a:spcPts val="0"/>
              </a:spcBef>
              <a:spcAft>
                <a:spcPts val="0"/>
              </a:spcAft>
              <a:buClr>
                <a:srgbClr val="585858"/>
              </a:buClr>
              <a:buSzPts val="1200"/>
              <a:buChar char="●"/>
              <a:defRPr sz="2638">
                <a:solidFill>
                  <a:srgbClr val="585858"/>
                </a:solidFill>
              </a:defRPr>
            </a:lvl4pPr>
            <a:lvl5pPr indent="-304800" lvl="4" marL="2286000" algn="l">
              <a:lnSpc>
                <a:spcPct val="115000"/>
              </a:lnSpc>
              <a:spcBef>
                <a:spcPts val="0"/>
              </a:spcBef>
              <a:spcAft>
                <a:spcPts val="0"/>
              </a:spcAft>
              <a:buClr>
                <a:srgbClr val="585858"/>
              </a:buClr>
              <a:buSzPts val="1200"/>
              <a:buChar char="○"/>
              <a:defRPr sz="2638">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16" name="Google Shape;116;p40"/>
          <p:cNvSpPr txBox="1"/>
          <p:nvPr>
            <p:ph idx="12" type="sldNum"/>
          </p:nvPr>
        </p:nvSpPr>
        <p:spPr>
          <a:xfrm>
            <a:off x="19093181" y="10335959"/>
            <a:ext cx="740523"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p:cSld name="1_TITLE_AND_TWO_COLUMNS">
    <p:spTree>
      <p:nvGrpSpPr>
        <p:cNvPr id="117" name="Shape 117"/>
        <p:cNvGrpSpPr/>
        <p:nvPr/>
      </p:nvGrpSpPr>
      <p:grpSpPr>
        <a:xfrm>
          <a:off x="0" y="0"/>
          <a:ext cx="0" cy="0"/>
          <a:chOff x="0" y="0"/>
          <a:chExt cx="0" cy="0"/>
        </a:xfrm>
      </p:grpSpPr>
      <p:sp>
        <p:nvSpPr>
          <p:cNvPr id="118" name="Google Shape;118;p41"/>
          <p:cNvSpPr txBox="1"/>
          <p:nvPr>
            <p:ph type="title"/>
          </p:nvPr>
        </p:nvSpPr>
        <p:spPr>
          <a:xfrm>
            <a:off x="685305" y="978507"/>
            <a:ext cx="18733490" cy="1259235"/>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19" name="Google Shape;119;p41"/>
          <p:cNvSpPr txBox="1"/>
          <p:nvPr>
            <p:ph idx="1" type="body"/>
          </p:nvPr>
        </p:nvSpPr>
        <p:spPr>
          <a:xfrm>
            <a:off x="685305" y="2534022"/>
            <a:ext cx="8794229" cy="7511862"/>
          </a:xfrm>
          <a:prstGeom prst="rect">
            <a:avLst/>
          </a:prstGeom>
          <a:noFill/>
          <a:ln>
            <a:noFill/>
          </a:ln>
        </p:spPr>
        <p:txBody>
          <a:bodyPr anchorCtr="0" anchor="t" bIns="91400" lIns="91400" spcFirstLastPara="1" rIns="91400" wrap="square" tIns="91400">
            <a:normAutofit/>
          </a:bodyPr>
          <a:lstStyle>
            <a:lvl1pPr indent="-317500" lvl="0" marL="457200" algn="l">
              <a:lnSpc>
                <a:spcPct val="115000"/>
              </a:lnSpc>
              <a:spcBef>
                <a:spcPts val="0"/>
              </a:spcBef>
              <a:spcAft>
                <a:spcPts val="0"/>
              </a:spcAft>
              <a:buClr>
                <a:srgbClr val="585858"/>
              </a:buClr>
              <a:buSzPts val="1400"/>
              <a:buChar char="●"/>
              <a:defRPr sz="3078">
                <a:solidFill>
                  <a:srgbClr val="585858"/>
                </a:solidFill>
              </a:defRPr>
            </a:lvl1pPr>
            <a:lvl2pPr indent="-317500" lvl="1" marL="914400" algn="l">
              <a:lnSpc>
                <a:spcPct val="115000"/>
              </a:lnSpc>
              <a:spcBef>
                <a:spcPts val="0"/>
              </a:spcBef>
              <a:spcAft>
                <a:spcPts val="0"/>
              </a:spcAft>
              <a:buClr>
                <a:srgbClr val="585858"/>
              </a:buClr>
              <a:buSzPts val="1400"/>
              <a:buChar char="○"/>
              <a:defRPr sz="3078">
                <a:solidFill>
                  <a:srgbClr val="585858"/>
                </a:solidFill>
              </a:defRPr>
            </a:lvl2pPr>
            <a:lvl3pPr indent="-317500" lvl="2" marL="1371600" algn="l">
              <a:lnSpc>
                <a:spcPct val="115000"/>
              </a:lnSpc>
              <a:spcBef>
                <a:spcPts val="0"/>
              </a:spcBef>
              <a:spcAft>
                <a:spcPts val="0"/>
              </a:spcAft>
              <a:buClr>
                <a:srgbClr val="585858"/>
              </a:buClr>
              <a:buSzPts val="1400"/>
              <a:buChar char="■"/>
              <a:defRPr sz="3078">
                <a:solidFill>
                  <a:srgbClr val="585858"/>
                </a:solidFill>
              </a:defRPr>
            </a:lvl3pPr>
            <a:lvl4pPr indent="-317500" lvl="3" marL="1828800" algn="l">
              <a:lnSpc>
                <a:spcPct val="115000"/>
              </a:lnSpc>
              <a:spcBef>
                <a:spcPts val="0"/>
              </a:spcBef>
              <a:spcAft>
                <a:spcPts val="0"/>
              </a:spcAft>
              <a:buClr>
                <a:srgbClr val="585858"/>
              </a:buClr>
              <a:buSzPts val="1400"/>
              <a:buChar char="●"/>
              <a:defRPr sz="3078">
                <a:solidFill>
                  <a:srgbClr val="585858"/>
                </a:solidFill>
              </a:defRPr>
            </a:lvl4pPr>
            <a:lvl5pPr indent="-317500" lvl="4" marL="2286000" algn="l">
              <a:lnSpc>
                <a:spcPct val="115000"/>
              </a:lnSpc>
              <a:spcBef>
                <a:spcPts val="0"/>
              </a:spcBef>
              <a:spcAft>
                <a:spcPts val="0"/>
              </a:spcAft>
              <a:buClr>
                <a:srgbClr val="585858"/>
              </a:buClr>
              <a:buSzPts val="1400"/>
              <a:buChar char="○"/>
              <a:defRPr sz="3078">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20" name="Google Shape;120;p41"/>
          <p:cNvSpPr txBox="1"/>
          <p:nvPr>
            <p:ph idx="2" type="body"/>
          </p:nvPr>
        </p:nvSpPr>
        <p:spPr>
          <a:xfrm>
            <a:off x="10624566" y="2534022"/>
            <a:ext cx="8794229" cy="75118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21" name="Google Shape;121;p41"/>
          <p:cNvSpPr txBox="1"/>
          <p:nvPr>
            <p:ph idx="12" type="sldNum"/>
          </p:nvPr>
        </p:nvSpPr>
        <p:spPr>
          <a:xfrm>
            <a:off x="19093181" y="10335959"/>
            <a:ext cx="740523"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p:cSld name="1_SECTION_HEADER">
    <p:spTree>
      <p:nvGrpSpPr>
        <p:cNvPr id="122" name="Shape 122"/>
        <p:cNvGrpSpPr/>
        <p:nvPr/>
      </p:nvGrpSpPr>
      <p:grpSpPr>
        <a:xfrm>
          <a:off x="0" y="0"/>
          <a:ext cx="0" cy="0"/>
          <a:chOff x="0" y="0"/>
          <a:chExt cx="0" cy="0"/>
        </a:xfrm>
      </p:grpSpPr>
      <p:sp>
        <p:nvSpPr>
          <p:cNvPr id="123" name="Google Shape;123;p42"/>
          <p:cNvSpPr txBox="1"/>
          <p:nvPr>
            <p:ph type="title"/>
          </p:nvPr>
        </p:nvSpPr>
        <p:spPr>
          <a:xfrm>
            <a:off x="685305" y="4729214"/>
            <a:ext cx="18733490" cy="1850923"/>
          </a:xfrm>
          <a:prstGeom prst="rect">
            <a:avLst/>
          </a:prstGeom>
          <a:noFill/>
          <a:ln>
            <a:noFill/>
          </a:ln>
        </p:spPr>
        <p:txBody>
          <a:bodyPr anchorCtr="0" anchor="ctr" bIns="91400" lIns="91400" spcFirstLastPara="1" rIns="91400" wrap="square" tIns="91400">
            <a:normAutofit/>
          </a:bodyPr>
          <a:lstStyle>
            <a:lvl1pPr lvl="0" algn="ctr">
              <a:lnSpc>
                <a:spcPct val="100000"/>
              </a:lnSpc>
              <a:spcBef>
                <a:spcPts val="0"/>
              </a:spcBef>
              <a:spcAft>
                <a:spcPts val="0"/>
              </a:spcAft>
              <a:buClr>
                <a:srgbClr val="000000"/>
              </a:buClr>
              <a:buSzPts val="3600"/>
              <a:buFont typeface="Arial"/>
              <a:buNone/>
              <a:defRPr sz="7915"/>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24" name="Google Shape;124;p42"/>
          <p:cNvSpPr txBox="1"/>
          <p:nvPr>
            <p:ph idx="12" type="sldNum"/>
          </p:nvPr>
        </p:nvSpPr>
        <p:spPr>
          <a:xfrm>
            <a:off x="19093181" y="10335959"/>
            <a:ext cx="740523"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p:cSld name="1_TITLE_ONLY">
    <p:spTree>
      <p:nvGrpSpPr>
        <p:cNvPr id="125" name="Shape 125"/>
        <p:cNvGrpSpPr/>
        <p:nvPr/>
      </p:nvGrpSpPr>
      <p:grpSpPr>
        <a:xfrm>
          <a:off x="0" y="0"/>
          <a:ext cx="0" cy="0"/>
          <a:chOff x="0" y="0"/>
          <a:chExt cx="0" cy="0"/>
        </a:xfrm>
      </p:grpSpPr>
      <p:sp>
        <p:nvSpPr>
          <p:cNvPr id="126" name="Google Shape;126;p43"/>
          <p:cNvSpPr txBox="1"/>
          <p:nvPr>
            <p:ph type="title"/>
          </p:nvPr>
        </p:nvSpPr>
        <p:spPr>
          <a:xfrm>
            <a:off x="685305" y="978507"/>
            <a:ext cx="18733490" cy="1259235"/>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1800"/>
              <a:buNone/>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27" name="Google Shape;127;p43"/>
          <p:cNvSpPr txBox="1"/>
          <p:nvPr>
            <p:ph idx="12" type="sldNum"/>
          </p:nvPr>
        </p:nvSpPr>
        <p:spPr>
          <a:xfrm>
            <a:off x="19093181" y="10335959"/>
            <a:ext cx="740523"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1_MAIN_POINT">
    <p:spTree>
      <p:nvGrpSpPr>
        <p:cNvPr id="128" name="Shape 128"/>
        <p:cNvGrpSpPr/>
        <p:nvPr/>
      </p:nvGrpSpPr>
      <p:grpSpPr>
        <a:xfrm>
          <a:off x="0" y="0"/>
          <a:ext cx="0" cy="0"/>
          <a:chOff x="0" y="0"/>
          <a:chExt cx="0" cy="0"/>
        </a:xfrm>
      </p:grpSpPr>
      <p:sp>
        <p:nvSpPr>
          <p:cNvPr id="129" name="Google Shape;129;p44"/>
          <p:cNvSpPr txBox="1"/>
          <p:nvPr>
            <p:ph type="title"/>
          </p:nvPr>
        </p:nvSpPr>
        <p:spPr>
          <a:xfrm>
            <a:off x="1077870" y="989773"/>
            <a:ext cx="14000318" cy="8994712"/>
          </a:xfrm>
          <a:prstGeom prst="rect">
            <a:avLst/>
          </a:prstGeom>
          <a:noFill/>
          <a:ln>
            <a:noFill/>
          </a:ln>
        </p:spPr>
        <p:txBody>
          <a:bodyPr anchorCtr="0" anchor="ctr" bIns="91400" lIns="91400" spcFirstLastPara="1" rIns="91400" wrap="square" tIns="91400">
            <a:normAutofit/>
          </a:bodyPr>
          <a:lstStyle>
            <a:lvl1pPr lvl="0" algn="l">
              <a:lnSpc>
                <a:spcPct val="100000"/>
              </a:lnSpc>
              <a:spcBef>
                <a:spcPts val="0"/>
              </a:spcBef>
              <a:spcAft>
                <a:spcPts val="0"/>
              </a:spcAft>
              <a:buClr>
                <a:srgbClr val="000000"/>
              </a:buClr>
              <a:buSzPts val="4800"/>
              <a:buFont typeface="Arial"/>
              <a:buNone/>
              <a:defRPr sz="10553"/>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30" name="Google Shape;130;p44"/>
          <p:cNvSpPr txBox="1"/>
          <p:nvPr>
            <p:ph idx="12" type="sldNum"/>
          </p:nvPr>
        </p:nvSpPr>
        <p:spPr>
          <a:xfrm>
            <a:off x="19093181" y="10335959"/>
            <a:ext cx="740523"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1_SECTION_TITLE_AND_DESCRIPTION">
    <p:spTree>
      <p:nvGrpSpPr>
        <p:cNvPr id="131" name="Shape 131"/>
        <p:cNvGrpSpPr/>
        <p:nvPr/>
      </p:nvGrpSpPr>
      <p:grpSpPr>
        <a:xfrm>
          <a:off x="0" y="0"/>
          <a:ext cx="0" cy="0"/>
          <a:chOff x="0" y="0"/>
          <a:chExt cx="0" cy="0"/>
        </a:xfrm>
      </p:grpSpPr>
      <p:sp>
        <p:nvSpPr>
          <p:cNvPr id="132" name="Google Shape;132;p45"/>
          <p:cNvSpPr/>
          <p:nvPr/>
        </p:nvSpPr>
        <p:spPr>
          <a:xfrm>
            <a:off x="10052050" y="-274"/>
            <a:ext cx="10052050" cy="11309352"/>
          </a:xfrm>
          <a:prstGeom prst="rect">
            <a:avLst/>
          </a:prstGeom>
          <a:solidFill>
            <a:srgbClr val="EEEEE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33" name="Google Shape;133;p45"/>
          <p:cNvSpPr txBox="1"/>
          <p:nvPr>
            <p:ph type="title"/>
          </p:nvPr>
        </p:nvSpPr>
        <p:spPr>
          <a:xfrm>
            <a:off x="583731" y="2711464"/>
            <a:ext cx="8893822" cy="3259232"/>
          </a:xfrm>
          <a:prstGeom prst="rect">
            <a:avLst/>
          </a:prstGeom>
          <a:noFill/>
          <a:ln>
            <a:noFill/>
          </a:ln>
        </p:spPr>
        <p:txBody>
          <a:bodyPr anchorCtr="0" anchor="b" bIns="91400" lIns="91400" spcFirstLastPara="1" rIns="91400" wrap="square" tIns="91400">
            <a:normAutofit/>
          </a:bodyPr>
          <a:lstStyle>
            <a:lvl1pPr lvl="0" algn="ctr">
              <a:lnSpc>
                <a:spcPct val="100000"/>
              </a:lnSpc>
              <a:spcBef>
                <a:spcPts val="0"/>
              </a:spcBef>
              <a:spcAft>
                <a:spcPts val="0"/>
              </a:spcAft>
              <a:buClr>
                <a:srgbClr val="000000"/>
              </a:buClr>
              <a:buSzPts val="4200"/>
              <a:buFont typeface="Arial"/>
              <a:buNone/>
              <a:defRPr sz="9234"/>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34" name="Google Shape;134;p45"/>
          <p:cNvSpPr txBox="1"/>
          <p:nvPr>
            <p:ph idx="1" type="body"/>
          </p:nvPr>
        </p:nvSpPr>
        <p:spPr>
          <a:xfrm>
            <a:off x="583731" y="6163306"/>
            <a:ext cx="8893822" cy="2715697"/>
          </a:xfrm>
          <a:prstGeom prst="rect">
            <a:avLst/>
          </a:prstGeom>
          <a:noFill/>
          <a:ln>
            <a:noFill/>
          </a:ln>
        </p:spPr>
        <p:txBody>
          <a:bodyPr anchorCtr="0" anchor="t" bIns="91400" lIns="91400" spcFirstLastPara="1" rIns="91400" wrap="square" tIns="91400">
            <a:normAutofit/>
          </a:bodyPr>
          <a:lstStyle>
            <a:lvl1pPr indent="-228600" lvl="0" marL="457200" algn="ctr">
              <a:lnSpc>
                <a:spcPct val="100000"/>
              </a:lnSpc>
              <a:spcBef>
                <a:spcPts val="0"/>
              </a:spcBef>
              <a:spcAft>
                <a:spcPts val="0"/>
              </a:spcAft>
              <a:buClr>
                <a:srgbClr val="585858"/>
              </a:buClr>
              <a:buSzPts val="2100"/>
              <a:buFont typeface="Arial"/>
              <a:buNone/>
              <a:defRPr sz="4617">
                <a:solidFill>
                  <a:srgbClr val="585858"/>
                </a:solidFill>
              </a:defRPr>
            </a:lvl1pPr>
            <a:lvl2pPr indent="-228600" lvl="1" marL="914400" algn="ctr">
              <a:lnSpc>
                <a:spcPct val="100000"/>
              </a:lnSpc>
              <a:spcBef>
                <a:spcPts val="0"/>
              </a:spcBef>
              <a:spcAft>
                <a:spcPts val="0"/>
              </a:spcAft>
              <a:buClr>
                <a:srgbClr val="585858"/>
              </a:buClr>
              <a:buSzPts val="2100"/>
              <a:buFont typeface="Arial"/>
              <a:buNone/>
              <a:defRPr sz="4617">
                <a:solidFill>
                  <a:srgbClr val="585858"/>
                </a:solidFill>
              </a:defRPr>
            </a:lvl2pPr>
            <a:lvl3pPr indent="-228600" lvl="2" marL="1371600" algn="ctr">
              <a:lnSpc>
                <a:spcPct val="100000"/>
              </a:lnSpc>
              <a:spcBef>
                <a:spcPts val="0"/>
              </a:spcBef>
              <a:spcAft>
                <a:spcPts val="0"/>
              </a:spcAft>
              <a:buClr>
                <a:srgbClr val="585858"/>
              </a:buClr>
              <a:buSzPts val="2100"/>
              <a:buFont typeface="Arial"/>
              <a:buNone/>
              <a:defRPr sz="4617">
                <a:solidFill>
                  <a:srgbClr val="585858"/>
                </a:solidFill>
              </a:defRPr>
            </a:lvl3pPr>
            <a:lvl4pPr indent="-228600" lvl="3" marL="1828800" algn="ctr">
              <a:lnSpc>
                <a:spcPct val="100000"/>
              </a:lnSpc>
              <a:spcBef>
                <a:spcPts val="0"/>
              </a:spcBef>
              <a:spcAft>
                <a:spcPts val="0"/>
              </a:spcAft>
              <a:buClr>
                <a:srgbClr val="585858"/>
              </a:buClr>
              <a:buSzPts val="2100"/>
              <a:buFont typeface="Arial"/>
              <a:buNone/>
              <a:defRPr sz="4617">
                <a:solidFill>
                  <a:srgbClr val="585858"/>
                </a:solidFill>
              </a:defRPr>
            </a:lvl4pPr>
            <a:lvl5pPr indent="-228600" lvl="4" marL="2286000" algn="ctr">
              <a:lnSpc>
                <a:spcPct val="100000"/>
              </a:lnSpc>
              <a:spcBef>
                <a:spcPts val="0"/>
              </a:spcBef>
              <a:spcAft>
                <a:spcPts val="0"/>
              </a:spcAft>
              <a:buClr>
                <a:srgbClr val="585858"/>
              </a:buClr>
              <a:buSzPts val="2100"/>
              <a:buFont typeface="Arial"/>
              <a:buNone/>
              <a:defRPr sz="4617">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35" name="Google Shape;135;p45"/>
          <p:cNvSpPr txBox="1"/>
          <p:nvPr>
            <p:ph idx="2" type="body"/>
          </p:nvPr>
        </p:nvSpPr>
        <p:spPr>
          <a:xfrm>
            <a:off x="10860040" y="1592069"/>
            <a:ext cx="8436071" cy="8124663"/>
          </a:xfrm>
          <a:prstGeom prst="rect">
            <a:avLst/>
          </a:prstGeom>
          <a:noFill/>
          <a:ln>
            <a:noFill/>
          </a:ln>
        </p:spPr>
        <p:txBody>
          <a:bodyPr anchorCtr="0" anchor="ctr"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36" name="Google Shape;136;p45"/>
          <p:cNvSpPr txBox="1"/>
          <p:nvPr>
            <p:ph idx="12" type="sldNum"/>
          </p:nvPr>
        </p:nvSpPr>
        <p:spPr>
          <a:xfrm>
            <a:off x="19093181" y="10335959"/>
            <a:ext cx="740523"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p:cSld name="1_CAPTION_ONLY">
    <p:spTree>
      <p:nvGrpSpPr>
        <p:cNvPr id="137" name="Shape 137"/>
        <p:cNvGrpSpPr/>
        <p:nvPr/>
      </p:nvGrpSpPr>
      <p:grpSpPr>
        <a:xfrm>
          <a:off x="0" y="0"/>
          <a:ext cx="0" cy="0"/>
          <a:chOff x="0" y="0"/>
          <a:chExt cx="0" cy="0"/>
        </a:xfrm>
      </p:grpSpPr>
      <p:sp>
        <p:nvSpPr>
          <p:cNvPr id="138" name="Google Shape;138;p46"/>
          <p:cNvSpPr txBox="1"/>
          <p:nvPr>
            <p:ph idx="1" type="body"/>
          </p:nvPr>
        </p:nvSpPr>
        <p:spPr>
          <a:xfrm>
            <a:off x="685305" y="9302043"/>
            <a:ext cx="13189033" cy="1330475"/>
          </a:xfrm>
          <a:prstGeom prst="rect">
            <a:avLst/>
          </a:prstGeom>
          <a:noFill/>
          <a:ln>
            <a:noFill/>
          </a:ln>
        </p:spPr>
        <p:txBody>
          <a:bodyPr anchorCtr="0" anchor="ctr" bIns="91400" lIns="91400" spcFirstLastPara="1" rIns="91400" wrap="square" tIns="91400">
            <a:normAutofit/>
          </a:bodyPr>
          <a:lstStyle>
            <a:lvl1pPr indent="-228600" lvl="0" marL="457200" algn="l">
              <a:lnSpc>
                <a:spcPct val="100000"/>
              </a:lnSpc>
              <a:spcBef>
                <a:spcPts val="0"/>
              </a:spcBef>
              <a:spcAft>
                <a:spcPts val="0"/>
              </a:spcAft>
              <a:buClr>
                <a:srgbClr val="585858"/>
              </a:buClr>
              <a:buSzPts val="1800"/>
              <a:buFont typeface="Arial"/>
              <a:buNone/>
              <a:defRPr>
                <a:solidFill>
                  <a:srgbClr val="585858"/>
                </a:solidFill>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39" name="Google Shape;139;p46"/>
          <p:cNvSpPr txBox="1"/>
          <p:nvPr>
            <p:ph idx="12" type="sldNum"/>
          </p:nvPr>
        </p:nvSpPr>
        <p:spPr>
          <a:xfrm>
            <a:off x="19093181" y="10335959"/>
            <a:ext cx="740523"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2">
  <p:cSld name="BIG_NUMBER 2">
    <p:spTree>
      <p:nvGrpSpPr>
        <p:cNvPr id="140" name="Shape 140"/>
        <p:cNvGrpSpPr/>
        <p:nvPr/>
      </p:nvGrpSpPr>
      <p:grpSpPr>
        <a:xfrm>
          <a:off x="0" y="0"/>
          <a:ext cx="0" cy="0"/>
          <a:chOff x="0" y="0"/>
          <a:chExt cx="0" cy="0"/>
        </a:xfrm>
      </p:grpSpPr>
      <p:sp>
        <p:nvSpPr>
          <p:cNvPr id="141" name="Google Shape;141;p47"/>
          <p:cNvSpPr txBox="1"/>
          <p:nvPr>
            <p:ph type="title"/>
          </p:nvPr>
        </p:nvSpPr>
        <p:spPr>
          <a:xfrm>
            <a:off x="685305" y="2432109"/>
            <a:ext cx="18733490" cy="4317276"/>
          </a:xfrm>
          <a:prstGeom prst="rect">
            <a:avLst/>
          </a:prstGeom>
          <a:noFill/>
          <a:ln>
            <a:noFill/>
          </a:ln>
        </p:spPr>
        <p:txBody>
          <a:bodyPr anchorCtr="0" anchor="b" bIns="91400" lIns="91400" spcFirstLastPara="1" rIns="91400" wrap="square" tIns="91400">
            <a:normAutofit/>
          </a:bodyPr>
          <a:lstStyle>
            <a:lvl1pPr lvl="0" algn="ctr">
              <a:lnSpc>
                <a:spcPct val="100000"/>
              </a:lnSpc>
              <a:spcBef>
                <a:spcPts val="0"/>
              </a:spcBef>
              <a:spcAft>
                <a:spcPts val="0"/>
              </a:spcAft>
              <a:buClr>
                <a:srgbClr val="000000"/>
              </a:buClr>
              <a:buSzPts val="12000"/>
              <a:buFont typeface="Arial"/>
              <a:buNone/>
              <a:defRPr sz="26383"/>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42" name="Google Shape;142;p47"/>
          <p:cNvSpPr txBox="1"/>
          <p:nvPr>
            <p:ph idx="1" type="body"/>
          </p:nvPr>
        </p:nvSpPr>
        <p:spPr>
          <a:xfrm>
            <a:off x="685305" y="6931003"/>
            <a:ext cx="18733490" cy="2860154"/>
          </a:xfrm>
          <a:prstGeom prst="rect">
            <a:avLst/>
          </a:prstGeom>
          <a:noFill/>
          <a:ln>
            <a:noFill/>
          </a:ln>
        </p:spPr>
        <p:txBody>
          <a:bodyPr anchorCtr="0" anchor="t" bIns="91400" lIns="91400" spcFirstLastPara="1" rIns="91400" wrap="square" tIns="91400">
            <a:normAutofit/>
          </a:bodyPr>
          <a:lstStyle>
            <a:lvl1pPr indent="-342900" lvl="0" marL="457200" algn="ctr">
              <a:lnSpc>
                <a:spcPct val="115000"/>
              </a:lnSpc>
              <a:spcBef>
                <a:spcPts val="0"/>
              </a:spcBef>
              <a:spcAft>
                <a:spcPts val="0"/>
              </a:spcAft>
              <a:buClr>
                <a:srgbClr val="585858"/>
              </a:buClr>
              <a:buSzPts val="1800"/>
              <a:buChar char="●"/>
              <a:defRPr>
                <a:solidFill>
                  <a:srgbClr val="585858"/>
                </a:solidFill>
              </a:defRPr>
            </a:lvl1pPr>
            <a:lvl2pPr indent="-342900" lvl="1" marL="914400" algn="ctr">
              <a:lnSpc>
                <a:spcPct val="115000"/>
              </a:lnSpc>
              <a:spcBef>
                <a:spcPts val="0"/>
              </a:spcBef>
              <a:spcAft>
                <a:spcPts val="0"/>
              </a:spcAft>
              <a:buClr>
                <a:srgbClr val="585858"/>
              </a:buClr>
              <a:buSzPts val="1800"/>
              <a:buChar char="○"/>
              <a:defRPr>
                <a:solidFill>
                  <a:srgbClr val="585858"/>
                </a:solidFill>
              </a:defRPr>
            </a:lvl2pPr>
            <a:lvl3pPr indent="-342900" lvl="2" marL="1371600" algn="ctr">
              <a:lnSpc>
                <a:spcPct val="115000"/>
              </a:lnSpc>
              <a:spcBef>
                <a:spcPts val="0"/>
              </a:spcBef>
              <a:spcAft>
                <a:spcPts val="0"/>
              </a:spcAft>
              <a:buClr>
                <a:srgbClr val="585858"/>
              </a:buClr>
              <a:buSzPts val="1800"/>
              <a:buChar char="■"/>
              <a:defRPr>
                <a:solidFill>
                  <a:srgbClr val="585858"/>
                </a:solidFill>
              </a:defRPr>
            </a:lvl3pPr>
            <a:lvl4pPr indent="-342900" lvl="3" marL="1828800" algn="ctr">
              <a:lnSpc>
                <a:spcPct val="115000"/>
              </a:lnSpc>
              <a:spcBef>
                <a:spcPts val="0"/>
              </a:spcBef>
              <a:spcAft>
                <a:spcPts val="0"/>
              </a:spcAft>
              <a:buClr>
                <a:srgbClr val="585858"/>
              </a:buClr>
              <a:buSzPts val="1800"/>
              <a:buChar char="●"/>
              <a:defRPr>
                <a:solidFill>
                  <a:srgbClr val="585858"/>
                </a:solidFill>
              </a:defRPr>
            </a:lvl4pPr>
            <a:lvl5pPr indent="-342900" lvl="4" marL="2286000" algn="ctr">
              <a:lnSpc>
                <a:spcPct val="115000"/>
              </a:lnSpc>
              <a:spcBef>
                <a:spcPts val="0"/>
              </a:spcBef>
              <a:spcAft>
                <a:spcPts val="0"/>
              </a:spcAft>
              <a:buClr>
                <a:srgbClr val="585858"/>
              </a:buClr>
              <a:buSzPts val="1800"/>
              <a:buChar char="○"/>
              <a:defRPr>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43" name="Google Shape;143;p47"/>
          <p:cNvSpPr txBox="1"/>
          <p:nvPr>
            <p:ph idx="12" type="sldNum"/>
          </p:nvPr>
        </p:nvSpPr>
        <p:spPr>
          <a:xfrm>
            <a:off x="19093181" y="10335959"/>
            <a:ext cx="740523"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1_BLANK">
    <p:spTree>
      <p:nvGrpSpPr>
        <p:cNvPr id="144" name="Shape 144"/>
        <p:cNvGrpSpPr/>
        <p:nvPr/>
      </p:nvGrpSpPr>
      <p:grpSpPr>
        <a:xfrm>
          <a:off x="0" y="0"/>
          <a:ext cx="0" cy="0"/>
          <a:chOff x="0" y="0"/>
          <a:chExt cx="0" cy="0"/>
        </a:xfrm>
      </p:grpSpPr>
      <p:sp>
        <p:nvSpPr>
          <p:cNvPr id="145" name="Google Shape;145;p48"/>
          <p:cNvSpPr txBox="1"/>
          <p:nvPr>
            <p:ph idx="12" type="sldNum"/>
          </p:nvPr>
        </p:nvSpPr>
        <p:spPr>
          <a:xfrm>
            <a:off x="19093181" y="10335959"/>
            <a:ext cx="740523"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TITLE 2">
    <p:spTree>
      <p:nvGrpSpPr>
        <p:cNvPr id="146" name="Shape 146"/>
        <p:cNvGrpSpPr/>
        <p:nvPr/>
      </p:nvGrpSpPr>
      <p:grpSpPr>
        <a:xfrm>
          <a:off x="0" y="0"/>
          <a:ext cx="0" cy="0"/>
          <a:chOff x="0" y="0"/>
          <a:chExt cx="0" cy="0"/>
        </a:xfrm>
      </p:grpSpPr>
      <p:sp>
        <p:nvSpPr>
          <p:cNvPr id="147" name="Google Shape;147;p49"/>
          <p:cNvSpPr/>
          <p:nvPr/>
        </p:nvSpPr>
        <p:spPr>
          <a:xfrm>
            <a:off x="12706761" y="-2529"/>
            <a:ext cx="7531782" cy="11311989"/>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48" name="Google Shape;148;p49"/>
          <p:cNvSpPr/>
          <p:nvPr/>
        </p:nvSpPr>
        <p:spPr>
          <a:xfrm>
            <a:off x="12706762" y="0"/>
            <a:ext cx="804034" cy="11311989"/>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49" name="Google Shape;149;p49"/>
          <p:cNvSpPr/>
          <p:nvPr/>
        </p:nvSpPr>
        <p:spPr>
          <a:xfrm>
            <a:off x="13217172" y="0"/>
            <a:ext cx="510520" cy="11311989"/>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50" name="Google Shape;150;p49"/>
          <p:cNvSpPr txBox="1"/>
          <p:nvPr>
            <p:ph type="title"/>
          </p:nvPr>
        </p:nvSpPr>
        <p:spPr>
          <a:xfrm>
            <a:off x="910225" y="1013192"/>
            <a:ext cx="11073085" cy="1203167"/>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51" name="Google Shape;151;p49"/>
          <p:cNvSpPr txBox="1"/>
          <p:nvPr>
            <p:ph idx="1" type="body"/>
          </p:nvPr>
        </p:nvSpPr>
        <p:spPr>
          <a:xfrm>
            <a:off x="910225" y="2897093"/>
            <a:ext cx="11073085" cy="7583102"/>
          </a:xfrm>
          <a:prstGeom prst="rect">
            <a:avLst/>
          </a:prstGeom>
          <a:noFill/>
          <a:ln>
            <a:noFill/>
          </a:ln>
        </p:spPr>
        <p:txBody>
          <a:bodyPr anchorCtr="0" anchor="t" bIns="91400" lIns="91400" spcFirstLastPara="1" rIns="91400" wrap="square" tIns="91400">
            <a:normAutofit/>
          </a:bodyPr>
          <a:lstStyle>
            <a:lvl1pPr indent="-298450" lvl="0" marL="457200" algn="l">
              <a:lnSpc>
                <a:spcPct val="115000"/>
              </a:lnSpc>
              <a:spcBef>
                <a:spcPts val="0"/>
              </a:spcBef>
              <a:spcAft>
                <a:spcPts val="0"/>
              </a:spcAft>
              <a:buClr>
                <a:srgbClr val="585858"/>
              </a:buClr>
              <a:buSzPts val="1100"/>
              <a:buFont typeface="Helvetica Neue"/>
              <a:buChar char="●"/>
              <a:defRPr sz="2418">
                <a:solidFill>
                  <a:srgbClr val="585858"/>
                </a:solidFill>
              </a:defRPr>
            </a:lvl1pPr>
            <a:lvl2pPr indent="-298450" lvl="1" marL="914400" algn="l">
              <a:lnSpc>
                <a:spcPct val="115000"/>
              </a:lnSpc>
              <a:spcBef>
                <a:spcPts val="0"/>
              </a:spcBef>
              <a:spcAft>
                <a:spcPts val="0"/>
              </a:spcAft>
              <a:buClr>
                <a:srgbClr val="585858"/>
              </a:buClr>
              <a:buSzPts val="1100"/>
              <a:buFont typeface="Helvetica Neue"/>
              <a:buChar char="○"/>
              <a:defRPr sz="2418">
                <a:solidFill>
                  <a:srgbClr val="585858"/>
                </a:solidFill>
              </a:defRPr>
            </a:lvl2pPr>
            <a:lvl3pPr indent="-298450" lvl="2" marL="1371600" algn="l">
              <a:lnSpc>
                <a:spcPct val="115000"/>
              </a:lnSpc>
              <a:spcBef>
                <a:spcPts val="0"/>
              </a:spcBef>
              <a:spcAft>
                <a:spcPts val="0"/>
              </a:spcAft>
              <a:buClr>
                <a:srgbClr val="585858"/>
              </a:buClr>
              <a:buSzPts val="1100"/>
              <a:buFont typeface="Helvetica Neue"/>
              <a:buChar char="■"/>
              <a:defRPr sz="2418">
                <a:solidFill>
                  <a:srgbClr val="585858"/>
                </a:solidFill>
              </a:defRPr>
            </a:lvl3pPr>
            <a:lvl4pPr indent="-298450" lvl="3" marL="1828800" algn="l">
              <a:lnSpc>
                <a:spcPct val="115000"/>
              </a:lnSpc>
              <a:spcBef>
                <a:spcPts val="0"/>
              </a:spcBef>
              <a:spcAft>
                <a:spcPts val="0"/>
              </a:spcAft>
              <a:buClr>
                <a:srgbClr val="585858"/>
              </a:buClr>
              <a:buSzPts val="1100"/>
              <a:buFont typeface="Helvetica Neue"/>
              <a:buChar char="●"/>
              <a:defRPr sz="2418">
                <a:solidFill>
                  <a:srgbClr val="585858"/>
                </a:solidFill>
              </a:defRPr>
            </a:lvl4pPr>
            <a:lvl5pPr indent="-298450" lvl="4" marL="2286000" algn="l">
              <a:lnSpc>
                <a:spcPct val="115000"/>
              </a:lnSpc>
              <a:spcBef>
                <a:spcPts val="0"/>
              </a:spcBef>
              <a:spcAft>
                <a:spcPts val="0"/>
              </a:spcAft>
              <a:buClr>
                <a:srgbClr val="585858"/>
              </a:buClr>
              <a:buSzPts val="1100"/>
              <a:buFont typeface="Helvetica Neue"/>
              <a:buChar char="○"/>
              <a:defRPr sz="2418">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52" name="Google Shape;152;p49"/>
          <p:cNvSpPr txBox="1"/>
          <p:nvPr>
            <p:ph idx="12" type="sldNum"/>
          </p:nvPr>
        </p:nvSpPr>
        <p:spPr>
          <a:xfrm>
            <a:off x="19093181" y="10438017"/>
            <a:ext cx="740523" cy="523011"/>
          </a:xfrm>
          <a:prstGeom prst="rect">
            <a:avLst/>
          </a:prstGeom>
          <a:noFill/>
          <a:ln>
            <a:noFill/>
          </a:ln>
        </p:spPr>
        <p:txBody>
          <a:bodyPr anchorCtr="0" anchor="ctr" bIns="91400" lIns="91400" spcFirstLastPara="1" rIns="91400" wrap="square" tIns="91400">
            <a:sp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2">
  <p:cSld name="SECTION_HEADER 2">
    <p:spTree>
      <p:nvGrpSpPr>
        <p:cNvPr id="153" name="Shape 153"/>
        <p:cNvGrpSpPr/>
        <p:nvPr/>
      </p:nvGrpSpPr>
      <p:grpSpPr>
        <a:xfrm>
          <a:off x="0" y="0"/>
          <a:ext cx="0" cy="0"/>
          <a:chOff x="0" y="0"/>
          <a:chExt cx="0" cy="0"/>
        </a:xfrm>
      </p:grpSpPr>
      <p:sp>
        <p:nvSpPr>
          <p:cNvPr id="154" name="Google Shape;154;p50"/>
          <p:cNvSpPr/>
          <p:nvPr/>
        </p:nvSpPr>
        <p:spPr>
          <a:xfrm>
            <a:off x="12706761" y="-2529"/>
            <a:ext cx="7531782" cy="11311989"/>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55" name="Google Shape;155;p50"/>
          <p:cNvSpPr/>
          <p:nvPr/>
        </p:nvSpPr>
        <p:spPr>
          <a:xfrm>
            <a:off x="18314759" y="0"/>
            <a:ext cx="804034" cy="11311989"/>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56" name="Google Shape;156;p50"/>
          <p:cNvSpPr/>
          <p:nvPr/>
        </p:nvSpPr>
        <p:spPr>
          <a:xfrm>
            <a:off x="18825167" y="0"/>
            <a:ext cx="510520" cy="11311989"/>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57" name="Google Shape;157;p50"/>
          <p:cNvSpPr/>
          <p:nvPr>
            <p:ph idx="2" type="pic"/>
          </p:nvPr>
        </p:nvSpPr>
        <p:spPr>
          <a:xfrm>
            <a:off x="10516258" y="0"/>
            <a:ext cx="7798258" cy="11311329"/>
          </a:xfrm>
          <a:prstGeom prst="rect">
            <a:avLst/>
          </a:prstGeom>
          <a:noFill/>
          <a:ln>
            <a:noFill/>
          </a:ln>
        </p:spPr>
      </p:sp>
      <p:sp>
        <p:nvSpPr>
          <p:cNvPr id="158" name="Google Shape;158;p50"/>
          <p:cNvSpPr txBox="1"/>
          <p:nvPr>
            <p:ph type="title"/>
          </p:nvPr>
        </p:nvSpPr>
        <p:spPr>
          <a:xfrm>
            <a:off x="815243" y="918203"/>
            <a:ext cx="8846996" cy="1203167"/>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59" name="Google Shape;159;p50"/>
          <p:cNvSpPr txBox="1"/>
          <p:nvPr>
            <p:ph idx="1" type="body"/>
          </p:nvPr>
        </p:nvSpPr>
        <p:spPr>
          <a:xfrm>
            <a:off x="815243" y="2802107"/>
            <a:ext cx="8846996" cy="7583102"/>
          </a:xfrm>
          <a:prstGeom prst="rect">
            <a:avLst/>
          </a:prstGeom>
          <a:noFill/>
          <a:ln>
            <a:noFill/>
          </a:ln>
        </p:spPr>
        <p:txBody>
          <a:bodyPr anchorCtr="0" anchor="t" bIns="91400" lIns="91400" spcFirstLastPara="1" rIns="91400" wrap="square" tIns="91400">
            <a:normAutofit/>
          </a:bodyPr>
          <a:lstStyle>
            <a:lvl1pPr indent="-298450" lvl="0" marL="457200" algn="l">
              <a:lnSpc>
                <a:spcPct val="115000"/>
              </a:lnSpc>
              <a:spcBef>
                <a:spcPts val="0"/>
              </a:spcBef>
              <a:spcAft>
                <a:spcPts val="0"/>
              </a:spcAft>
              <a:buClr>
                <a:srgbClr val="585858"/>
              </a:buClr>
              <a:buSzPts val="1100"/>
              <a:buFont typeface="Helvetica Neue"/>
              <a:buChar char="●"/>
              <a:defRPr sz="2418">
                <a:solidFill>
                  <a:srgbClr val="585858"/>
                </a:solidFill>
              </a:defRPr>
            </a:lvl1pPr>
            <a:lvl2pPr indent="-298450" lvl="1" marL="914400" algn="l">
              <a:lnSpc>
                <a:spcPct val="115000"/>
              </a:lnSpc>
              <a:spcBef>
                <a:spcPts val="0"/>
              </a:spcBef>
              <a:spcAft>
                <a:spcPts val="0"/>
              </a:spcAft>
              <a:buClr>
                <a:srgbClr val="585858"/>
              </a:buClr>
              <a:buSzPts val="1100"/>
              <a:buFont typeface="Helvetica Neue"/>
              <a:buChar char="○"/>
              <a:defRPr sz="2418">
                <a:solidFill>
                  <a:srgbClr val="585858"/>
                </a:solidFill>
              </a:defRPr>
            </a:lvl2pPr>
            <a:lvl3pPr indent="-298450" lvl="2" marL="1371600" algn="l">
              <a:lnSpc>
                <a:spcPct val="115000"/>
              </a:lnSpc>
              <a:spcBef>
                <a:spcPts val="0"/>
              </a:spcBef>
              <a:spcAft>
                <a:spcPts val="0"/>
              </a:spcAft>
              <a:buClr>
                <a:srgbClr val="585858"/>
              </a:buClr>
              <a:buSzPts val="1100"/>
              <a:buFont typeface="Helvetica Neue"/>
              <a:buChar char="■"/>
              <a:defRPr sz="2418">
                <a:solidFill>
                  <a:srgbClr val="585858"/>
                </a:solidFill>
              </a:defRPr>
            </a:lvl3pPr>
            <a:lvl4pPr indent="-298450" lvl="3" marL="1828800" algn="l">
              <a:lnSpc>
                <a:spcPct val="115000"/>
              </a:lnSpc>
              <a:spcBef>
                <a:spcPts val="0"/>
              </a:spcBef>
              <a:spcAft>
                <a:spcPts val="0"/>
              </a:spcAft>
              <a:buClr>
                <a:srgbClr val="585858"/>
              </a:buClr>
              <a:buSzPts val="1100"/>
              <a:buFont typeface="Helvetica Neue"/>
              <a:buChar char="●"/>
              <a:defRPr sz="2418">
                <a:solidFill>
                  <a:srgbClr val="585858"/>
                </a:solidFill>
              </a:defRPr>
            </a:lvl4pPr>
            <a:lvl5pPr indent="-298450" lvl="4" marL="2286000" algn="l">
              <a:lnSpc>
                <a:spcPct val="115000"/>
              </a:lnSpc>
              <a:spcBef>
                <a:spcPts val="0"/>
              </a:spcBef>
              <a:spcAft>
                <a:spcPts val="0"/>
              </a:spcAft>
              <a:buClr>
                <a:srgbClr val="585858"/>
              </a:buClr>
              <a:buSzPts val="1100"/>
              <a:buFont typeface="Helvetica Neue"/>
              <a:buChar char="○"/>
              <a:defRPr sz="2418">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60" name="Google Shape;160;p50"/>
          <p:cNvSpPr txBox="1"/>
          <p:nvPr>
            <p:ph idx="12" type="sldNum"/>
          </p:nvPr>
        </p:nvSpPr>
        <p:spPr>
          <a:xfrm>
            <a:off x="19093181" y="10438017"/>
            <a:ext cx="740523" cy="523011"/>
          </a:xfrm>
          <a:prstGeom prst="rect">
            <a:avLst/>
          </a:prstGeom>
          <a:noFill/>
          <a:ln>
            <a:noFill/>
          </a:ln>
        </p:spPr>
        <p:txBody>
          <a:bodyPr anchorCtr="0" anchor="ctr" bIns="91400" lIns="91400" spcFirstLastPara="1" rIns="91400" wrap="square" tIns="91400">
            <a:sp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2">
  <p:cSld name="TITLE_AND_BODY 2">
    <p:spTree>
      <p:nvGrpSpPr>
        <p:cNvPr id="161" name="Shape 161"/>
        <p:cNvGrpSpPr/>
        <p:nvPr/>
      </p:nvGrpSpPr>
      <p:grpSpPr>
        <a:xfrm>
          <a:off x="0" y="0"/>
          <a:ext cx="0" cy="0"/>
          <a:chOff x="0" y="0"/>
          <a:chExt cx="0" cy="0"/>
        </a:xfrm>
      </p:grpSpPr>
      <p:sp>
        <p:nvSpPr>
          <p:cNvPr id="162" name="Google Shape;162;p51"/>
          <p:cNvSpPr/>
          <p:nvPr/>
        </p:nvSpPr>
        <p:spPr>
          <a:xfrm rot="5400000">
            <a:off x="9626588" y="591080"/>
            <a:ext cx="889843" cy="20230742"/>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63" name="Google Shape;163;p51"/>
          <p:cNvSpPr/>
          <p:nvPr/>
        </p:nvSpPr>
        <p:spPr>
          <a:xfrm rot="5400000">
            <a:off x="9789190" y="993455"/>
            <a:ext cx="564645" cy="20230744"/>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64" name="Google Shape;164;p51"/>
          <p:cNvSpPr txBox="1"/>
          <p:nvPr>
            <p:ph type="title"/>
          </p:nvPr>
        </p:nvSpPr>
        <p:spPr>
          <a:xfrm>
            <a:off x="815243" y="918203"/>
            <a:ext cx="17864159" cy="1203167"/>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65" name="Google Shape;165;p51"/>
          <p:cNvSpPr txBox="1"/>
          <p:nvPr>
            <p:ph idx="1" type="body"/>
          </p:nvPr>
        </p:nvSpPr>
        <p:spPr>
          <a:xfrm>
            <a:off x="1131845" y="2493399"/>
            <a:ext cx="5690885" cy="7765162"/>
          </a:xfrm>
          <a:prstGeom prst="rect">
            <a:avLst/>
          </a:prstGeom>
          <a:noFill/>
          <a:ln>
            <a:noFill/>
          </a:ln>
        </p:spPr>
        <p:txBody>
          <a:bodyPr anchorCtr="0" anchor="t" bIns="91400" lIns="91400" spcFirstLastPara="1" rIns="91400" wrap="square" tIns="91400">
            <a:normAutofit/>
          </a:bodyPr>
          <a:lstStyle>
            <a:lvl1pPr indent="-298450" lvl="0" marL="457200" algn="l">
              <a:lnSpc>
                <a:spcPct val="115000"/>
              </a:lnSpc>
              <a:spcBef>
                <a:spcPts val="0"/>
              </a:spcBef>
              <a:spcAft>
                <a:spcPts val="0"/>
              </a:spcAft>
              <a:buClr>
                <a:srgbClr val="585858"/>
              </a:buClr>
              <a:buSzPts val="1100"/>
              <a:buFont typeface="Helvetica Neue"/>
              <a:buChar char="●"/>
              <a:defRPr sz="2418">
                <a:solidFill>
                  <a:srgbClr val="585858"/>
                </a:solidFill>
              </a:defRPr>
            </a:lvl1pPr>
            <a:lvl2pPr indent="-298450" lvl="1" marL="914400" algn="l">
              <a:lnSpc>
                <a:spcPct val="115000"/>
              </a:lnSpc>
              <a:spcBef>
                <a:spcPts val="0"/>
              </a:spcBef>
              <a:spcAft>
                <a:spcPts val="0"/>
              </a:spcAft>
              <a:buClr>
                <a:srgbClr val="585858"/>
              </a:buClr>
              <a:buSzPts val="1100"/>
              <a:buFont typeface="Helvetica Neue"/>
              <a:buChar char="○"/>
              <a:defRPr sz="2418">
                <a:solidFill>
                  <a:srgbClr val="585858"/>
                </a:solidFill>
              </a:defRPr>
            </a:lvl2pPr>
            <a:lvl3pPr indent="-298450" lvl="2" marL="1371600" algn="l">
              <a:lnSpc>
                <a:spcPct val="115000"/>
              </a:lnSpc>
              <a:spcBef>
                <a:spcPts val="0"/>
              </a:spcBef>
              <a:spcAft>
                <a:spcPts val="0"/>
              </a:spcAft>
              <a:buClr>
                <a:srgbClr val="585858"/>
              </a:buClr>
              <a:buSzPts val="1100"/>
              <a:buFont typeface="Helvetica Neue"/>
              <a:buChar char="■"/>
              <a:defRPr sz="2418">
                <a:solidFill>
                  <a:srgbClr val="585858"/>
                </a:solidFill>
              </a:defRPr>
            </a:lvl3pPr>
            <a:lvl4pPr indent="-298450" lvl="3" marL="1828800" algn="l">
              <a:lnSpc>
                <a:spcPct val="115000"/>
              </a:lnSpc>
              <a:spcBef>
                <a:spcPts val="0"/>
              </a:spcBef>
              <a:spcAft>
                <a:spcPts val="0"/>
              </a:spcAft>
              <a:buClr>
                <a:srgbClr val="585858"/>
              </a:buClr>
              <a:buSzPts val="1100"/>
              <a:buFont typeface="Helvetica Neue"/>
              <a:buChar char="●"/>
              <a:defRPr sz="2418">
                <a:solidFill>
                  <a:srgbClr val="585858"/>
                </a:solidFill>
              </a:defRPr>
            </a:lvl4pPr>
            <a:lvl5pPr indent="-298450" lvl="4" marL="2286000" algn="l">
              <a:lnSpc>
                <a:spcPct val="115000"/>
              </a:lnSpc>
              <a:spcBef>
                <a:spcPts val="0"/>
              </a:spcBef>
              <a:spcAft>
                <a:spcPts val="0"/>
              </a:spcAft>
              <a:buClr>
                <a:srgbClr val="585858"/>
              </a:buClr>
              <a:buSzPts val="1100"/>
              <a:buFont typeface="Helvetica Neue"/>
              <a:buChar char="○"/>
              <a:defRPr sz="2418">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66" name="Google Shape;166;p51"/>
          <p:cNvSpPr txBox="1"/>
          <p:nvPr>
            <p:ph idx="2" type="body"/>
          </p:nvPr>
        </p:nvSpPr>
        <p:spPr>
          <a:xfrm>
            <a:off x="7226396" y="2493399"/>
            <a:ext cx="5690887" cy="77651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67" name="Google Shape;167;p51"/>
          <p:cNvSpPr txBox="1"/>
          <p:nvPr>
            <p:ph idx="3" type="body"/>
          </p:nvPr>
        </p:nvSpPr>
        <p:spPr>
          <a:xfrm>
            <a:off x="13320944" y="2493399"/>
            <a:ext cx="5690887" cy="77651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68" name="Google Shape;168;p51"/>
          <p:cNvSpPr txBox="1"/>
          <p:nvPr>
            <p:ph idx="12" type="sldNum"/>
          </p:nvPr>
        </p:nvSpPr>
        <p:spPr>
          <a:xfrm>
            <a:off x="19093181" y="10438017"/>
            <a:ext cx="740523" cy="523011"/>
          </a:xfrm>
          <a:prstGeom prst="rect">
            <a:avLst/>
          </a:prstGeom>
          <a:noFill/>
          <a:ln>
            <a:noFill/>
          </a:ln>
        </p:spPr>
        <p:txBody>
          <a:bodyPr anchorCtr="0" anchor="ctr" bIns="91400" lIns="91400" spcFirstLastPara="1" rIns="91400" wrap="square" tIns="91400">
            <a:sp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2">
  <p:cSld name="TITLE_AND_TWO_COLUMNS 2">
    <p:spTree>
      <p:nvGrpSpPr>
        <p:cNvPr id="169" name="Shape 169"/>
        <p:cNvGrpSpPr/>
        <p:nvPr/>
      </p:nvGrpSpPr>
      <p:grpSpPr>
        <a:xfrm>
          <a:off x="0" y="0"/>
          <a:ext cx="0" cy="0"/>
          <a:chOff x="0" y="0"/>
          <a:chExt cx="0" cy="0"/>
        </a:xfrm>
      </p:grpSpPr>
      <p:sp>
        <p:nvSpPr>
          <p:cNvPr id="170" name="Google Shape;170;p52"/>
          <p:cNvSpPr/>
          <p:nvPr/>
        </p:nvSpPr>
        <p:spPr>
          <a:xfrm>
            <a:off x="18503180" y="0"/>
            <a:ext cx="1601471" cy="11309350"/>
          </a:xfrm>
          <a:prstGeom prst="rect">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71" name="Google Shape;171;p52"/>
          <p:cNvSpPr/>
          <p:nvPr/>
        </p:nvSpPr>
        <p:spPr>
          <a:xfrm>
            <a:off x="-554" y="0"/>
            <a:ext cx="1601473" cy="11309350"/>
          </a:xfrm>
          <a:prstGeom prst="rect">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72" name="Google Shape;172;p52"/>
          <p:cNvSpPr/>
          <p:nvPr/>
        </p:nvSpPr>
        <p:spPr>
          <a:xfrm>
            <a:off x="3217115" y="2334505"/>
            <a:ext cx="6264727" cy="242086"/>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73" name="Google Shape;173;p52"/>
          <p:cNvSpPr/>
          <p:nvPr/>
        </p:nvSpPr>
        <p:spPr>
          <a:xfrm>
            <a:off x="10622261" y="2334505"/>
            <a:ext cx="6264725" cy="242086"/>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74" name="Google Shape;174;p52"/>
          <p:cNvSpPr txBox="1"/>
          <p:nvPr>
            <p:ph idx="1" type="body"/>
          </p:nvPr>
        </p:nvSpPr>
        <p:spPr>
          <a:xfrm>
            <a:off x="3213491" y="2905008"/>
            <a:ext cx="6268682" cy="11081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75" name="Google Shape;175;p52"/>
          <p:cNvSpPr txBox="1"/>
          <p:nvPr>
            <p:ph idx="2" type="body"/>
          </p:nvPr>
        </p:nvSpPr>
        <p:spPr>
          <a:xfrm>
            <a:off x="3213491" y="4211073"/>
            <a:ext cx="6268682" cy="6245378"/>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76" name="Google Shape;176;p52"/>
          <p:cNvSpPr txBox="1"/>
          <p:nvPr>
            <p:ph idx="3" type="body"/>
          </p:nvPr>
        </p:nvSpPr>
        <p:spPr>
          <a:xfrm>
            <a:off x="10621931" y="4211073"/>
            <a:ext cx="6268682" cy="6245378"/>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77" name="Google Shape;177;p52"/>
          <p:cNvSpPr txBox="1"/>
          <p:nvPr>
            <p:ph type="title"/>
          </p:nvPr>
        </p:nvSpPr>
        <p:spPr>
          <a:xfrm>
            <a:off x="3213491" y="387862"/>
            <a:ext cx="13677122"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78" name="Google Shape;178;p52"/>
          <p:cNvSpPr txBox="1"/>
          <p:nvPr>
            <p:ph idx="12" type="sldNum"/>
          </p:nvPr>
        </p:nvSpPr>
        <p:spPr>
          <a:xfrm>
            <a:off x="19093181" y="10438017"/>
            <a:ext cx="740523" cy="523011"/>
          </a:xfrm>
          <a:prstGeom prst="rect">
            <a:avLst/>
          </a:prstGeom>
          <a:noFill/>
          <a:ln>
            <a:noFill/>
          </a:ln>
        </p:spPr>
        <p:txBody>
          <a:bodyPr anchorCtr="0" anchor="ctr" bIns="91400" lIns="91400" spcFirstLastPara="1" rIns="91400" wrap="square" tIns="91400">
            <a:sp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2">
  <p:cSld name="TITLE_ONLY 2">
    <p:spTree>
      <p:nvGrpSpPr>
        <p:cNvPr id="179" name="Shape 179"/>
        <p:cNvGrpSpPr/>
        <p:nvPr/>
      </p:nvGrpSpPr>
      <p:grpSpPr>
        <a:xfrm>
          <a:off x="0" y="0"/>
          <a:ext cx="0" cy="0"/>
          <a:chOff x="0" y="0"/>
          <a:chExt cx="0" cy="0"/>
        </a:xfrm>
      </p:grpSpPr>
      <p:sp>
        <p:nvSpPr>
          <p:cNvPr id="180" name="Google Shape;180;p53"/>
          <p:cNvSpPr/>
          <p:nvPr/>
        </p:nvSpPr>
        <p:spPr>
          <a:xfrm>
            <a:off x="13384099" y="0"/>
            <a:ext cx="6721156" cy="11311989"/>
          </a:xfrm>
          <a:prstGeom prst="rect">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81" name="Google Shape;181;p53"/>
          <p:cNvSpPr/>
          <p:nvPr>
            <p:ph idx="2" type="pic"/>
          </p:nvPr>
        </p:nvSpPr>
        <p:spPr>
          <a:xfrm>
            <a:off x="13384266" y="2762528"/>
            <a:ext cx="6719837" cy="3189971"/>
          </a:xfrm>
          <a:prstGeom prst="rect">
            <a:avLst/>
          </a:prstGeom>
          <a:noFill/>
          <a:ln>
            <a:noFill/>
          </a:ln>
        </p:spPr>
      </p:sp>
      <p:sp>
        <p:nvSpPr>
          <p:cNvPr id="182" name="Google Shape;182;p53"/>
          <p:cNvSpPr/>
          <p:nvPr>
            <p:ph idx="3" type="pic"/>
          </p:nvPr>
        </p:nvSpPr>
        <p:spPr>
          <a:xfrm>
            <a:off x="13384266" y="6878617"/>
            <a:ext cx="6719837" cy="3189971"/>
          </a:xfrm>
          <a:prstGeom prst="rect">
            <a:avLst/>
          </a:prstGeom>
          <a:noFill/>
          <a:ln>
            <a:noFill/>
          </a:ln>
        </p:spPr>
      </p:sp>
      <p:sp>
        <p:nvSpPr>
          <p:cNvPr id="183" name="Google Shape;183;p53"/>
          <p:cNvSpPr/>
          <p:nvPr/>
        </p:nvSpPr>
        <p:spPr>
          <a:xfrm>
            <a:off x="13384099" y="2518300"/>
            <a:ext cx="6721156" cy="242086"/>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84" name="Google Shape;184;p53"/>
          <p:cNvSpPr/>
          <p:nvPr/>
        </p:nvSpPr>
        <p:spPr>
          <a:xfrm>
            <a:off x="13384099" y="6633235"/>
            <a:ext cx="6721156" cy="242086"/>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85" name="Google Shape;185;p53"/>
          <p:cNvSpPr txBox="1"/>
          <p:nvPr>
            <p:ph type="title"/>
          </p:nvPr>
        </p:nvSpPr>
        <p:spPr>
          <a:xfrm>
            <a:off x="791499" y="625329"/>
            <a:ext cx="12149527" cy="1203164"/>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86" name="Google Shape;186;p53"/>
          <p:cNvSpPr txBox="1"/>
          <p:nvPr>
            <p:ph idx="1" type="body"/>
          </p:nvPr>
        </p:nvSpPr>
        <p:spPr>
          <a:xfrm>
            <a:off x="791499" y="2517146"/>
            <a:ext cx="12149527" cy="767811"/>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87" name="Google Shape;187;p53"/>
          <p:cNvSpPr txBox="1"/>
          <p:nvPr>
            <p:ph idx="4" type="body"/>
          </p:nvPr>
        </p:nvSpPr>
        <p:spPr>
          <a:xfrm>
            <a:off x="791500" y="3474930"/>
            <a:ext cx="12149525" cy="2477571"/>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88" name="Google Shape;188;p53"/>
          <p:cNvSpPr txBox="1"/>
          <p:nvPr>
            <p:ph idx="5" type="body"/>
          </p:nvPr>
        </p:nvSpPr>
        <p:spPr>
          <a:xfrm>
            <a:off x="791500" y="7591019"/>
            <a:ext cx="12149525" cy="2477571"/>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89" name="Google Shape;189;p53"/>
          <p:cNvSpPr txBox="1"/>
          <p:nvPr>
            <p:ph idx="12" type="sldNum"/>
          </p:nvPr>
        </p:nvSpPr>
        <p:spPr>
          <a:xfrm>
            <a:off x="19093181" y="10438017"/>
            <a:ext cx="740523" cy="523011"/>
          </a:xfrm>
          <a:prstGeom prst="rect">
            <a:avLst/>
          </a:prstGeom>
          <a:noFill/>
          <a:ln>
            <a:noFill/>
          </a:ln>
        </p:spPr>
        <p:txBody>
          <a:bodyPr anchorCtr="0" anchor="ctr" bIns="91400" lIns="91400" spcFirstLastPara="1" rIns="91400" wrap="square" tIns="91400">
            <a:sp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2">
  <p:cSld name="ONE_COLUMN_TEXT 2">
    <p:spTree>
      <p:nvGrpSpPr>
        <p:cNvPr id="190" name="Shape 190"/>
        <p:cNvGrpSpPr/>
        <p:nvPr/>
      </p:nvGrpSpPr>
      <p:grpSpPr>
        <a:xfrm>
          <a:off x="0" y="0"/>
          <a:ext cx="0" cy="0"/>
          <a:chOff x="0" y="0"/>
          <a:chExt cx="0" cy="0"/>
        </a:xfrm>
      </p:grpSpPr>
      <p:sp>
        <p:nvSpPr>
          <p:cNvPr id="191" name="Google Shape;191;p54"/>
          <p:cNvSpPr/>
          <p:nvPr/>
        </p:nvSpPr>
        <p:spPr>
          <a:xfrm>
            <a:off x="1580858" y="2417763"/>
            <a:ext cx="8244134" cy="7970967"/>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92" name="Google Shape;192;p54"/>
          <p:cNvSpPr/>
          <p:nvPr/>
        </p:nvSpPr>
        <p:spPr>
          <a:xfrm>
            <a:off x="10279113" y="2417763"/>
            <a:ext cx="8244134" cy="7970967"/>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93" name="Google Shape;193;p54"/>
          <p:cNvSpPr/>
          <p:nvPr/>
        </p:nvSpPr>
        <p:spPr>
          <a:xfrm>
            <a:off x="2480859" y="3082613"/>
            <a:ext cx="635181" cy="635226"/>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94" name="Google Shape;194;p54"/>
          <p:cNvSpPr/>
          <p:nvPr/>
        </p:nvSpPr>
        <p:spPr>
          <a:xfrm>
            <a:off x="11206595" y="3082613"/>
            <a:ext cx="635181" cy="635226"/>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195" name="Google Shape;195;p54"/>
          <p:cNvSpPr txBox="1"/>
          <p:nvPr>
            <p:ph idx="1" type="body"/>
          </p:nvPr>
        </p:nvSpPr>
        <p:spPr>
          <a:xfrm>
            <a:off x="2271605" y="3846959"/>
            <a:ext cx="6886050" cy="1036940"/>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FFFFFF"/>
              </a:buClr>
              <a:buSzPts val="1400"/>
              <a:buFont typeface="Arial"/>
              <a:buNone/>
              <a:defRPr sz="3078">
                <a:solidFill>
                  <a:srgbClr val="FFFFFF"/>
                </a:solidFill>
              </a:defRPr>
            </a:lvl1pPr>
            <a:lvl2pPr indent="-228600" lvl="1" marL="914400" algn="l">
              <a:lnSpc>
                <a:spcPct val="100000"/>
              </a:lnSpc>
              <a:spcBef>
                <a:spcPts val="0"/>
              </a:spcBef>
              <a:spcAft>
                <a:spcPts val="0"/>
              </a:spcAft>
              <a:buClr>
                <a:srgbClr val="FFFFFF"/>
              </a:buClr>
              <a:buSzPts val="1400"/>
              <a:buFont typeface="Arial"/>
              <a:buNone/>
              <a:defRPr sz="3078">
                <a:solidFill>
                  <a:srgbClr val="FFFFFF"/>
                </a:solidFill>
              </a:defRPr>
            </a:lvl2pPr>
            <a:lvl3pPr indent="-228600" lvl="2" marL="1371600" algn="l">
              <a:lnSpc>
                <a:spcPct val="100000"/>
              </a:lnSpc>
              <a:spcBef>
                <a:spcPts val="0"/>
              </a:spcBef>
              <a:spcAft>
                <a:spcPts val="0"/>
              </a:spcAft>
              <a:buClr>
                <a:srgbClr val="FFFFFF"/>
              </a:buClr>
              <a:buSzPts val="1400"/>
              <a:buFont typeface="Arial"/>
              <a:buNone/>
              <a:defRPr sz="3078">
                <a:solidFill>
                  <a:srgbClr val="FFFFFF"/>
                </a:solidFill>
              </a:defRPr>
            </a:lvl3pPr>
            <a:lvl4pPr indent="-228600" lvl="3" marL="1828800" algn="l">
              <a:lnSpc>
                <a:spcPct val="100000"/>
              </a:lnSpc>
              <a:spcBef>
                <a:spcPts val="0"/>
              </a:spcBef>
              <a:spcAft>
                <a:spcPts val="0"/>
              </a:spcAft>
              <a:buClr>
                <a:srgbClr val="FFFFFF"/>
              </a:buClr>
              <a:buSzPts val="1400"/>
              <a:buFont typeface="Arial"/>
              <a:buNone/>
              <a:defRPr sz="3078">
                <a:solidFill>
                  <a:srgbClr val="FFFFFF"/>
                </a:solidFill>
              </a:defRPr>
            </a:lvl4pPr>
            <a:lvl5pPr indent="-228600" lvl="4" marL="2286000" algn="l">
              <a:lnSpc>
                <a:spcPct val="100000"/>
              </a:lnSpc>
              <a:spcBef>
                <a:spcPts val="0"/>
              </a:spcBef>
              <a:spcAft>
                <a:spcPts val="0"/>
              </a:spcAft>
              <a:buClr>
                <a:srgbClr val="FFFFFF"/>
              </a:buClr>
              <a:buSzPts val="1400"/>
              <a:buFont typeface="Arial"/>
              <a:buNone/>
              <a:defRPr sz="307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96" name="Google Shape;196;p54"/>
          <p:cNvSpPr txBox="1"/>
          <p:nvPr>
            <p:ph idx="2" type="body"/>
          </p:nvPr>
        </p:nvSpPr>
        <p:spPr>
          <a:xfrm>
            <a:off x="2271603" y="5081788"/>
            <a:ext cx="6886054" cy="4464371"/>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97" name="Google Shape;197;p54"/>
          <p:cNvSpPr txBox="1"/>
          <p:nvPr>
            <p:ph idx="3" type="body"/>
          </p:nvPr>
        </p:nvSpPr>
        <p:spPr>
          <a:xfrm>
            <a:off x="10970191" y="5081788"/>
            <a:ext cx="6886052" cy="4464371"/>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198" name="Google Shape;198;p54"/>
          <p:cNvSpPr txBox="1"/>
          <p:nvPr>
            <p:ph type="title"/>
          </p:nvPr>
        </p:nvSpPr>
        <p:spPr>
          <a:xfrm>
            <a:off x="2271606" y="736147"/>
            <a:ext cx="15932897" cy="1203164"/>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199" name="Google Shape;199;p54"/>
          <p:cNvSpPr txBox="1"/>
          <p:nvPr>
            <p:ph idx="12" type="sldNum"/>
          </p:nvPr>
        </p:nvSpPr>
        <p:spPr>
          <a:xfrm>
            <a:off x="19093181" y="10438017"/>
            <a:ext cx="740523" cy="523011"/>
          </a:xfrm>
          <a:prstGeom prst="rect">
            <a:avLst/>
          </a:prstGeom>
          <a:noFill/>
          <a:ln>
            <a:noFill/>
          </a:ln>
        </p:spPr>
        <p:txBody>
          <a:bodyPr anchorCtr="0" anchor="ctr" bIns="91400" lIns="91400" spcFirstLastPara="1" rIns="91400" wrap="square" tIns="91400">
            <a:sp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2">
  <p:cSld name="MAIN_POINT 2">
    <p:spTree>
      <p:nvGrpSpPr>
        <p:cNvPr id="200" name="Shape 200"/>
        <p:cNvGrpSpPr/>
        <p:nvPr/>
      </p:nvGrpSpPr>
      <p:grpSpPr>
        <a:xfrm>
          <a:off x="0" y="0"/>
          <a:ext cx="0" cy="0"/>
          <a:chOff x="0" y="0"/>
          <a:chExt cx="0" cy="0"/>
        </a:xfrm>
      </p:grpSpPr>
      <p:sp>
        <p:nvSpPr>
          <p:cNvPr id="201" name="Google Shape;201;p55"/>
          <p:cNvSpPr/>
          <p:nvPr/>
        </p:nvSpPr>
        <p:spPr>
          <a:xfrm rot="5400000">
            <a:off x="9053532" y="-2256861"/>
            <a:ext cx="497363" cy="4922473"/>
          </a:xfrm>
          <a:prstGeom prst="roundRect">
            <a:avLst>
              <a:gd fmla="val 0" name="adj"/>
            </a:avLst>
          </a:prstGeom>
          <a:solidFill>
            <a:srgbClr val="FF73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02" name="Google Shape;202;p55"/>
          <p:cNvSpPr/>
          <p:nvPr/>
        </p:nvSpPr>
        <p:spPr>
          <a:xfrm rot="5400000">
            <a:off x="16157026" y="-2244327"/>
            <a:ext cx="472297" cy="4922470"/>
          </a:xfrm>
          <a:prstGeom prst="roundRect">
            <a:avLst>
              <a:gd fmla="val 0" name="adj"/>
            </a:avLst>
          </a:prstGeom>
          <a:solidFill>
            <a:srgbClr val="FF94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03" name="Google Shape;203;p55"/>
          <p:cNvSpPr/>
          <p:nvPr/>
        </p:nvSpPr>
        <p:spPr>
          <a:xfrm rot="5400000">
            <a:off x="9063427" y="8614606"/>
            <a:ext cx="477574" cy="4922470"/>
          </a:xfrm>
          <a:prstGeom prst="roundRect">
            <a:avLst>
              <a:gd fmla="val 0" name="adj"/>
            </a:avLst>
          </a:prstGeom>
          <a:solidFill>
            <a:srgbClr val="FF73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04" name="Google Shape;204;p55"/>
          <p:cNvSpPr/>
          <p:nvPr/>
        </p:nvSpPr>
        <p:spPr>
          <a:xfrm rot="5400000">
            <a:off x="16157026" y="8611968"/>
            <a:ext cx="472297" cy="4922473"/>
          </a:xfrm>
          <a:prstGeom prst="roundRect">
            <a:avLst>
              <a:gd fmla="val 0" name="adj"/>
            </a:avLst>
          </a:prstGeom>
          <a:solidFill>
            <a:srgbClr val="FF94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05" name="Google Shape;205;p55"/>
          <p:cNvSpPr txBox="1"/>
          <p:nvPr>
            <p:ph idx="1" type="body"/>
          </p:nvPr>
        </p:nvSpPr>
        <p:spPr>
          <a:xfrm>
            <a:off x="6767324" y="759894"/>
            <a:ext cx="5065602" cy="1203164"/>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06" name="Google Shape;206;p55"/>
          <p:cNvSpPr txBox="1"/>
          <p:nvPr>
            <p:ph idx="2" type="body"/>
          </p:nvPr>
        </p:nvSpPr>
        <p:spPr>
          <a:xfrm>
            <a:off x="6767324" y="2065961"/>
            <a:ext cx="5065602" cy="819260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07" name="Google Shape;207;p55"/>
          <p:cNvSpPr txBox="1"/>
          <p:nvPr>
            <p:ph idx="3" type="body"/>
          </p:nvPr>
        </p:nvSpPr>
        <p:spPr>
          <a:xfrm>
            <a:off x="13859166" y="2065961"/>
            <a:ext cx="5065602" cy="819260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08" name="Google Shape;208;p55"/>
          <p:cNvSpPr txBox="1"/>
          <p:nvPr>
            <p:ph type="title"/>
          </p:nvPr>
        </p:nvSpPr>
        <p:spPr>
          <a:xfrm>
            <a:off x="870651" y="759894"/>
            <a:ext cx="5065602" cy="1203164"/>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09" name="Google Shape;209;p55"/>
          <p:cNvSpPr txBox="1"/>
          <p:nvPr>
            <p:ph idx="12" type="sldNum"/>
          </p:nvPr>
        </p:nvSpPr>
        <p:spPr>
          <a:xfrm>
            <a:off x="19093181" y="10438017"/>
            <a:ext cx="740523" cy="523011"/>
          </a:xfrm>
          <a:prstGeom prst="rect">
            <a:avLst/>
          </a:prstGeom>
          <a:noFill/>
          <a:ln>
            <a:noFill/>
          </a:ln>
        </p:spPr>
        <p:txBody>
          <a:bodyPr anchorCtr="0" anchor="ctr" bIns="91400" lIns="91400" spcFirstLastPara="1" rIns="91400" wrap="square" tIns="91400">
            <a:sp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2">
  <p:cSld name="SECTION_TITLE_AND_DESCRIPTION 2">
    <p:spTree>
      <p:nvGrpSpPr>
        <p:cNvPr id="210" name="Shape 210"/>
        <p:cNvGrpSpPr/>
        <p:nvPr/>
      </p:nvGrpSpPr>
      <p:grpSpPr>
        <a:xfrm>
          <a:off x="0" y="0"/>
          <a:ext cx="0" cy="0"/>
          <a:chOff x="0" y="0"/>
          <a:chExt cx="0" cy="0"/>
        </a:xfrm>
      </p:grpSpPr>
      <p:sp>
        <p:nvSpPr>
          <p:cNvPr id="211" name="Google Shape;211;p56"/>
          <p:cNvSpPr/>
          <p:nvPr/>
        </p:nvSpPr>
        <p:spPr>
          <a:xfrm>
            <a:off x="0" y="0"/>
            <a:ext cx="6390703" cy="11309350"/>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12" name="Google Shape;212;p56"/>
          <p:cNvSpPr/>
          <p:nvPr/>
        </p:nvSpPr>
        <p:spPr>
          <a:xfrm rot="5400000">
            <a:off x="2868506" y="7703752"/>
            <a:ext cx="653695" cy="4477252"/>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13" name="Google Shape;213;p56"/>
          <p:cNvSpPr/>
          <p:nvPr/>
        </p:nvSpPr>
        <p:spPr>
          <a:xfrm rot="5400000">
            <a:off x="2987899" y="7999164"/>
            <a:ext cx="414909" cy="4477252"/>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14" name="Google Shape;214;p56"/>
          <p:cNvSpPr txBox="1"/>
          <p:nvPr>
            <p:ph idx="1" type="body"/>
          </p:nvPr>
        </p:nvSpPr>
        <p:spPr>
          <a:xfrm>
            <a:off x="7218479" y="791553"/>
            <a:ext cx="12091484" cy="9656982"/>
          </a:xfrm>
          <a:prstGeom prst="rect">
            <a:avLst/>
          </a:prstGeom>
          <a:noFill/>
          <a:ln>
            <a:noFill/>
          </a:ln>
        </p:spPr>
        <p:txBody>
          <a:bodyPr anchorCtr="0" anchor="t" bIns="91400" lIns="91400" spcFirstLastPara="1" rIns="91400" wrap="square" tIns="91400">
            <a:normAutofit/>
          </a:bodyPr>
          <a:lstStyle>
            <a:lvl1pPr indent="-298450" lvl="0" marL="457200" algn="l">
              <a:lnSpc>
                <a:spcPct val="115000"/>
              </a:lnSpc>
              <a:spcBef>
                <a:spcPts val="0"/>
              </a:spcBef>
              <a:spcAft>
                <a:spcPts val="0"/>
              </a:spcAft>
              <a:buClr>
                <a:srgbClr val="585858"/>
              </a:buClr>
              <a:buSzPts val="1100"/>
              <a:buFont typeface="Helvetica Neue"/>
              <a:buChar char="●"/>
              <a:defRPr sz="2418">
                <a:solidFill>
                  <a:srgbClr val="585858"/>
                </a:solidFill>
              </a:defRPr>
            </a:lvl1pPr>
            <a:lvl2pPr indent="-298450" lvl="1" marL="914400" algn="l">
              <a:lnSpc>
                <a:spcPct val="115000"/>
              </a:lnSpc>
              <a:spcBef>
                <a:spcPts val="0"/>
              </a:spcBef>
              <a:spcAft>
                <a:spcPts val="0"/>
              </a:spcAft>
              <a:buClr>
                <a:srgbClr val="585858"/>
              </a:buClr>
              <a:buSzPts val="1100"/>
              <a:buFont typeface="Helvetica Neue"/>
              <a:buChar char="○"/>
              <a:defRPr sz="2418">
                <a:solidFill>
                  <a:srgbClr val="585858"/>
                </a:solidFill>
              </a:defRPr>
            </a:lvl2pPr>
            <a:lvl3pPr indent="-298450" lvl="2" marL="1371600" algn="l">
              <a:lnSpc>
                <a:spcPct val="115000"/>
              </a:lnSpc>
              <a:spcBef>
                <a:spcPts val="0"/>
              </a:spcBef>
              <a:spcAft>
                <a:spcPts val="0"/>
              </a:spcAft>
              <a:buClr>
                <a:srgbClr val="585858"/>
              </a:buClr>
              <a:buSzPts val="1100"/>
              <a:buFont typeface="Helvetica Neue"/>
              <a:buChar char="■"/>
              <a:defRPr sz="2418">
                <a:solidFill>
                  <a:srgbClr val="585858"/>
                </a:solidFill>
              </a:defRPr>
            </a:lvl3pPr>
            <a:lvl4pPr indent="-298450" lvl="3" marL="1828800" algn="l">
              <a:lnSpc>
                <a:spcPct val="115000"/>
              </a:lnSpc>
              <a:spcBef>
                <a:spcPts val="0"/>
              </a:spcBef>
              <a:spcAft>
                <a:spcPts val="0"/>
              </a:spcAft>
              <a:buClr>
                <a:srgbClr val="585858"/>
              </a:buClr>
              <a:buSzPts val="1100"/>
              <a:buFont typeface="Helvetica Neue"/>
              <a:buChar char="●"/>
              <a:defRPr sz="2418">
                <a:solidFill>
                  <a:srgbClr val="585858"/>
                </a:solidFill>
              </a:defRPr>
            </a:lvl4pPr>
            <a:lvl5pPr indent="-298450" lvl="4" marL="2286000" algn="l">
              <a:lnSpc>
                <a:spcPct val="115000"/>
              </a:lnSpc>
              <a:spcBef>
                <a:spcPts val="0"/>
              </a:spcBef>
              <a:spcAft>
                <a:spcPts val="0"/>
              </a:spcAft>
              <a:buClr>
                <a:srgbClr val="585858"/>
              </a:buClr>
              <a:buSzPts val="1100"/>
              <a:buFont typeface="Helvetica Neue"/>
              <a:buChar char="○"/>
              <a:defRPr sz="2418">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15" name="Google Shape;215;p56"/>
          <p:cNvSpPr txBox="1"/>
          <p:nvPr>
            <p:ph type="title"/>
          </p:nvPr>
        </p:nvSpPr>
        <p:spPr>
          <a:xfrm>
            <a:off x="767756" y="791554"/>
            <a:ext cx="5239732" cy="1203167"/>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FFFFFF"/>
              </a:buClr>
              <a:buSzPts val="2000"/>
              <a:buFont typeface="Arial"/>
              <a:buNone/>
              <a:defRPr sz="4397">
                <a:solidFill>
                  <a:srgbClr val="FFFFFF"/>
                </a:solidFill>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16" name="Google Shape;216;p56"/>
          <p:cNvSpPr txBox="1"/>
          <p:nvPr>
            <p:ph idx="12" type="sldNum"/>
          </p:nvPr>
        </p:nvSpPr>
        <p:spPr>
          <a:xfrm>
            <a:off x="19093181" y="10438017"/>
            <a:ext cx="740523" cy="523011"/>
          </a:xfrm>
          <a:prstGeom prst="rect">
            <a:avLst/>
          </a:prstGeom>
          <a:noFill/>
          <a:ln>
            <a:noFill/>
          </a:ln>
        </p:spPr>
        <p:txBody>
          <a:bodyPr anchorCtr="0" anchor="ctr" bIns="91400" lIns="91400" spcFirstLastPara="1" rIns="91400" wrap="square" tIns="91400">
            <a:sp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2">
  <p:cSld name="CAPTION_ONLY 2">
    <p:spTree>
      <p:nvGrpSpPr>
        <p:cNvPr id="217" name="Shape 217"/>
        <p:cNvGrpSpPr/>
        <p:nvPr/>
      </p:nvGrpSpPr>
      <p:grpSpPr>
        <a:xfrm>
          <a:off x="0" y="0"/>
          <a:ext cx="0" cy="0"/>
          <a:chOff x="0" y="0"/>
          <a:chExt cx="0" cy="0"/>
        </a:xfrm>
      </p:grpSpPr>
      <p:sp>
        <p:nvSpPr>
          <p:cNvPr id="218" name="Google Shape;218;p57"/>
          <p:cNvSpPr/>
          <p:nvPr/>
        </p:nvSpPr>
        <p:spPr>
          <a:xfrm>
            <a:off x="12149524" y="0"/>
            <a:ext cx="804034" cy="11311989"/>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19" name="Google Shape;219;p57"/>
          <p:cNvSpPr/>
          <p:nvPr/>
        </p:nvSpPr>
        <p:spPr>
          <a:xfrm>
            <a:off x="12659934" y="0"/>
            <a:ext cx="510520" cy="11311989"/>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20" name="Google Shape;220;p57"/>
          <p:cNvSpPr/>
          <p:nvPr/>
        </p:nvSpPr>
        <p:spPr>
          <a:xfrm>
            <a:off x="13170449" y="0"/>
            <a:ext cx="6934861" cy="11311989"/>
          </a:xfrm>
          <a:prstGeom prst="rect">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21" name="Google Shape;221;p57"/>
          <p:cNvSpPr txBox="1"/>
          <p:nvPr>
            <p:ph type="title"/>
          </p:nvPr>
        </p:nvSpPr>
        <p:spPr>
          <a:xfrm>
            <a:off x="707786" y="799470"/>
            <a:ext cx="10493975" cy="1203167"/>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22" name="Google Shape;222;p57"/>
          <p:cNvSpPr txBox="1"/>
          <p:nvPr>
            <p:ph idx="1" type="body"/>
          </p:nvPr>
        </p:nvSpPr>
        <p:spPr>
          <a:xfrm>
            <a:off x="707786" y="2335090"/>
            <a:ext cx="10493975" cy="8192602"/>
          </a:xfrm>
          <a:prstGeom prst="rect">
            <a:avLst/>
          </a:prstGeom>
          <a:noFill/>
          <a:ln>
            <a:noFill/>
          </a:ln>
        </p:spPr>
        <p:txBody>
          <a:bodyPr anchorCtr="0" anchor="t" bIns="91400" lIns="91400" spcFirstLastPara="1" rIns="91400" wrap="square" tIns="91400">
            <a:normAutofit/>
          </a:bodyPr>
          <a:lstStyle>
            <a:lvl1pPr indent="-298450" lvl="0" marL="457200" algn="l">
              <a:lnSpc>
                <a:spcPct val="115000"/>
              </a:lnSpc>
              <a:spcBef>
                <a:spcPts val="0"/>
              </a:spcBef>
              <a:spcAft>
                <a:spcPts val="0"/>
              </a:spcAft>
              <a:buClr>
                <a:srgbClr val="585858"/>
              </a:buClr>
              <a:buSzPts val="1100"/>
              <a:buFont typeface="Helvetica Neue"/>
              <a:buChar char="●"/>
              <a:defRPr sz="2418">
                <a:solidFill>
                  <a:srgbClr val="585858"/>
                </a:solidFill>
              </a:defRPr>
            </a:lvl1pPr>
            <a:lvl2pPr indent="-298450" lvl="1" marL="914400" algn="l">
              <a:lnSpc>
                <a:spcPct val="115000"/>
              </a:lnSpc>
              <a:spcBef>
                <a:spcPts val="0"/>
              </a:spcBef>
              <a:spcAft>
                <a:spcPts val="0"/>
              </a:spcAft>
              <a:buClr>
                <a:srgbClr val="585858"/>
              </a:buClr>
              <a:buSzPts val="1100"/>
              <a:buFont typeface="Helvetica Neue"/>
              <a:buChar char="○"/>
              <a:defRPr sz="2418">
                <a:solidFill>
                  <a:srgbClr val="585858"/>
                </a:solidFill>
              </a:defRPr>
            </a:lvl2pPr>
            <a:lvl3pPr indent="-298450" lvl="2" marL="1371600" algn="l">
              <a:lnSpc>
                <a:spcPct val="115000"/>
              </a:lnSpc>
              <a:spcBef>
                <a:spcPts val="0"/>
              </a:spcBef>
              <a:spcAft>
                <a:spcPts val="0"/>
              </a:spcAft>
              <a:buClr>
                <a:srgbClr val="585858"/>
              </a:buClr>
              <a:buSzPts val="1100"/>
              <a:buFont typeface="Helvetica Neue"/>
              <a:buChar char="■"/>
              <a:defRPr sz="2418">
                <a:solidFill>
                  <a:srgbClr val="585858"/>
                </a:solidFill>
              </a:defRPr>
            </a:lvl3pPr>
            <a:lvl4pPr indent="-298450" lvl="3" marL="1828800" algn="l">
              <a:lnSpc>
                <a:spcPct val="115000"/>
              </a:lnSpc>
              <a:spcBef>
                <a:spcPts val="0"/>
              </a:spcBef>
              <a:spcAft>
                <a:spcPts val="0"/>
              </a:spcAft>
              <a:buClr>
                <a:srgbClr val="585858"/>
              </a:buClr>
              <a:buSzPts val="1100"/>
              <a:buFont typeface="Helvetica Neue"/>
              <a:buChar char="●"/>
              <a:defRPr sz="2418">
                <a:solidFill>
                  <a:srgbClr val="585858"/>
                </a:solidFill>
              </a:defRPr>
            </a:lvl4pPr>
            <a:lvl5pPr indent="-298450" lvl="4" marL="2286000" algn="l">
              <a:lnSpc>
                <a:spcPct val="115000"/>
              </a:lnSpc>
              <a:spcBef>
                <a:spcPts val="0"/>
              </a:spcBef>
              <a:spcAft>
                <a:spcPts val="0"/>
              </a:spcAft>
              <a:buClr>
                <a:srgbClr val="585858"/>
              </a:buClr>
              <a:buSzPts val="1100"/>
              <a:buFont typeface="Helvetica Neue"/>
              <a:buChar char="○"/>
              <a:defRPr sz="2418">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23" name="Google Shape;223;p57"/>
          <p:cNvSpPr/>
          <p:nvPr>
            <p:ph idx="2" type="pic"/>
          </p:nvPr>
        </p:nvSpPr>
        <p:spPr>
          <a:xfrm>
            <a:off x="12149524" y="799469"/>
            <a:ext cx="7234312" cy="9767800"/>
          </a:xfrm>
          <a:prstGeom prst="rect">
            <a:avLst/>
          </a:prstGeom>
          <a:noFill/>
          <a:ln>
            <a:noFill/>
          </a:ln>
        </p:spPr>
      </p:sp>
      <p:sp>
        <p:nvSpPr>
          <p:cNvPr id="224" name="Google Shape;224;p57"/>
          <p:cNvSpPr txBox="1"/>
          <p:nvPr>
            <p:ph idx="12" type="sldNum"/>
          </p:nvPr>
        </p:nvSpPr>
        <p:spPr>
          <a:xfrm>
            <a:off x="19093181" y="10438017"/>
            <a:ext cx="740523" cy="523011"/>
          </a:xfrm>
          <a:prstGeom prst="rect">
            <a:avLst/>
          </a:prstGeom>
          <a:noFill/>
          <a:ln>
            <a:noFill/>
          </a:ln>
        </p:spPr>
        <p:txBody>
          <a:bodyPr anchorCtr="0" anchor="ctr" bIns="91400" lIns="91400" spcFirstLastPara="1" rIns="91400" wrap="square" tIns="91400">
            <a:sp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p:cSld name="CUSTOM">
    <p:spTree>
      <p:nvGrpSpPr>
        <p:cNvPr id="225" name="Shape 225"/>
        <p:cNvGrpSpPr/>
        <p:nvPr/>
      </p:nvGrpSpPr>
      <p:grpSpPr>
        <a:xfrm>
          <a:off x="0" y="0"/>
          <a:ext cx="0" cy="0"/>
          <a:chOff x="0" y="0"/>
          <a:chExt cx="0" cy="0"/>
        </a:xfrm>
      </p:grpSpPr>
      <p:sp>
        <p:nvSpPr>
          <p:cNvPr id="226" name="Google Shape;226;p58"/>
          <p:cNvSpPr/>
          <p:nvPr/>
        </p:nvSpPr>
        <p:spPr>
          <a:xfrm rot="5400000">
            <a:off x="4331471" y="-104268"/>
            <a:ext cx="410951" cy="4904004"/>
          </a:xfrm>
          <a:prstGeom prst="roundRect">
            <a:avLst>
              <a:gd fmla="val 0" name="adj"/>
            </a:avLst>
          </a:prstGeom>
          <a:solidFill>
            <a:srgbClr val="FF73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27" name="Google Shape;227;p58"/>
          <p:cNvSpPr/>
          <p:nvPr/>
        </p:nvSpPr>
        <p:spPr>
          <a:xfrm rot="5400000">
            <a:off x="9848553" y="-104268"/>
            <a:ext cx="410951" cy="4904004"/>
          </a:xfrm>
          <a:prstGeom prst="roundRect">
            <a:avLst>
              <a:gd fmla="val 0" name="adj"/>
            </a:avLst>
          </a:prstGeom>
          <a:solidFill>
            <a:srgbClr val="FF94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28" name="Google Shape;228;p58"/>
          <p:cNvSpPr/>
          <p:nvPr/>
        </p:nvSpPr>
        <p:spPr>
          <a:xfrm rot="5400000">
            <a:off x="15365638" y="-104268"/>
            <a:ext cx="410951" cy="4904004"/>
          </a:xfrm>
          <a:prstGeom prst="roundRect">
            <a:avLst>
              <a:gd fmla="val 0" name="adj"/>
            </a:avLst>
          </a:prstGeom>
          <a:solidFill>
            <a:srgbClr val="FFBE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29" name="Google Shape;229;p58"/>
          <p:cNvSpPr/>
          <p:nvPr/>
        </p:nvSpPr>
        <p:spPr>
          <a:xfrm rot="5400000">
            <a:off x="4329490" y="8651876"/>
            <a:ext cx="410951" cy="4904004"/>
          </a:xfrm>
          <a:prstGeom prst="roundRect">
            <a:avLst>
              <a:gd fmla="val 0" name="adj"/>
            </a:avLst>
          </a:prstGeom>
          <a:solidFill>
            <a:srgbClr val="FF73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30" name="Google Shape;230;p58"/>
          <p:cNvSpPr/>
          <p:nvPr/>
        </p:nvSpPr>
        <p:spPr>
          <a:xfrm rot="5400000">
            <a:off x="9846575" y="8651876"/>
            <a:ext cx="410951" cy="4904004"/>
          </a:xfrm>
          <a:prstGeom prst="roundRect">
            <a:avLst>
              <a:gd fmla="val 0" name="adj"/>
            </a:avLst>
          </a:prstGeom>
          <a:solidFill>
            <a:srgbClr val="FF94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31" name="Google Shape;231;p58"/>
          <p:cNvSpPr/>
          <p:nvPr/>
        </p:nvSpPr>
        <p:spPr>
          <a:xfrm rot="5400000">
            <a:off x="15363659" y="8651876"/>
            <a:ext cx="410951" cy="4904004"/>
          </a:xfrm>
          <a:prstGeom prst="roundRect">
            <a:avLst>
              <a:gd fmla="val 0" name="adj"/>
            </a:avLst>
          </a:prstGeom>
          <a:solidFill>
            <a:srgbClr val="FFBE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32" name="Google Shape;232;p58"/>
          <p:cNvSpPr txBox="1"/>
          <p:nvPr>
            <p:ph type="title"/>
          </p:nvPr>
        </p:nvSpPr>
        <p:spPr>
          <a:xfrm>
            <a:off x="2073729" y="490763"/>
            <a:ext cx="15972472" cy="1203167"/>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33" name="Google Shape;233;p58"/>
          <p:cNvSpPr txBox="1"/>
          <p:nvPr>
            <p:ph idx="1" type="body"/>
          </p:nvPr>
        </p:nvSpPr>
        <p:spPr>
          <a:xfrm>
            <a:off x="2073729" y="2722950"/>
            <a:ext cx="4915217" cy="131398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34" name="Google Shape;234;p58"/>
          <p:cNvSpPr txBox="1"/>
          <p:nvPr>
            <p:ph idx="2" type="body"/>
          </p:nvPr>
        </p:nvSpPr>
        <p:spPr>
          <a:xfrm>
            <a:off x="2073729" y="4416881"/>
            <a:ext cx="4915217" cy="6213713"/>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35" name="Google Shape;235;p58"/>
          <p:cNvSpPr txBox="1"/>
          <p:nvPr>
            <p:ph idx="3" type="body"/>
          </p:nvPr>
        </p:nvSpPr>
        <p:spPr>
          <a:xfrm>
            <a:off x="7598399" y="4416881"/>
            <a:ext cx="4915217" cy="6213713"/>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36" name="Google Shape;236;p58"/>
          <p:cNvSpPr txBox="1"/>
          <p:nvPr>
            <p:ph idx="4" type="body"/>
          </p:nvPr>
        </p:nvSpPr>
        <p:spPr>
          <a:xfrm>
            <a:off x="13123070" y="4416881"/>
            <a:ext cx="4915215" cy="6213713"/>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37" name="Google Shape;237;p58"/>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 2">
    <p:spTree>
      <p:nvGrpSpPr>
        <p:cNvPr id="238" name="Shape 238"/>
        <p:cNvGrpSpPr/>
        <p:nvPr/>
      </p:nvGrpSpPr>
      <p:grpSpPr>
        <a:xfrm>
          <a:off x="0" y="0"/>
          <a:ext cx="0" cy="0"/>
          <a:chOff x="0" y="0"/>
          <a:chExt cx="0" cy="0"/>
        </a:xfrm>
      </p:grpSpPr>
      <p:sp>
        <p:nvSpPr>
          <p:cNvPr id="239" name="Google Shape;239;p59"/>
          <p:cNvSpPr/>
          <p:nvPr/>
        </p:nvSpPr>
        <p:spPr>
          <a:xfrm>
            <a:off x="2176623" y="-2"/>
            <a:ext cx="15545064" cy="305413"/>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40" name="Google Shape;240;p59"/>
          <p:cNvSpPr/>
          <p:nvPr/>
        </p:nvSpPr>
        <p:spPr>
          <a:xfrm>
            <a:off x="2176623" y="11003940"/>
            <a:ext cx="15545064" cy="305411"/>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cxnSp>
        <p:nvCxnSpPr>
          <p:cNvPr id="241" name="Google Shape;241;p59"/>
          <p:cNvCxnSpPr/>
          <p:nvPr/>
        </p:nvCxnSpPr>
        <p:spPr>
          <a:xfrm flipH="1">
            <a:off x="7161207" y="2590309"/>
            <a:ext cx="2" cy="7763843"/>
          </a:xfrm>
          <a:prstGeom prst="straightConnector1">
            <a:avLst/>
          </a:prstGeom>
          <a:noFill/>
          <a:ln cap="flat" cmpd="sng" w="25400">
            <a:solidFill>
              <a:srgbClr val="EEEEEE"/>
            </a:solidFill>
            <a:prstDash val="solid"/>
            <a:round/>
            <a:headEnd len="sm" w="sm" type="none"/>
            <a:tailEnd len="sm" w="sm" type="none"/>
          </a:ln>
        </p:spPr>
      </p:cxnSp>
      <p:cxnSp>
        <p:nvCxnSpPr>
          <p:cNvPr id="242" name="Google Shape;242;p59"/>
          <p:cNvCxnSpPr/>
          <p:nvPr/>
        </p:nvCxnSpPr>
        <p:spPr>
          <a:xfrm flipH="1">
            <a:off x="12704346" y="2590309"/>
            <a:ext cx="2" cy="7763843"/>
          </a:xfrm>
          <a:prstGeom prst="straightConnector1">
            <a:avLst/>
          </a:prstGeom>
          <a:noFill/>
          <a:ln cap="flat" cmpd="sng" w="25400">
            <a:solidFill>
              <a:srgbClr val="EEEEEE"/>
            </a:solidFill>
            <a:prstDash val="solid"/>
            <a:round/>
            <a:headEnd len="sm" w="sm" type="none"/>
            <a:tailEnd len="sm" w="sm" type="none"/>
          </a:ln>
        </p:spPr>
      </p:cxnSp>
      <p:sp>
        <p:nvSpPr>
          <p:cNvPr id="243" name="Google Shape;243;p59"/>
          <p:cNvSpPr txBox="1"/>
          <p:nvPr>
            <p:ph type="title"/>
          </p:nvPr>
        </p:nvSpPr>
        <p:spPr>
          <a:xfrm>
            <a:off x="2176626" y="625329"/>
            <a:ext cx="15545062"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44" name="Google Shape;244;p59"/>
          <p:cNvSpPr txBox="1"/>
          <p:nvPr>
            <p:ph idx="1" type="body"/>
          </p:nvPr>
        </p:nvSpPr>
        <p:spPr>
          <a:xfrm>
            <a:off x="2176626" y="3087066"/>
            <a:ext cx="4424487" cy="1115436"/>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45" name="Google Shape;245;p59"/>
          <p:cNvSpPr txBox="1"/>
          <p:nvPr>
            <p:ph idx="2" type="body"/>
          </p:nvPr>
        </p:nvSpPr>
        <p:spPr>
          <a:xfrm>
            <a:off x="2176626" y="4524957"/>
            <a:ext cx="4424487" cy="5274401"/>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46" name="Google Shape;246;p59"/>
          <p:cNvSpPr txBox="1"/>
          <p:nvPr>
            <p:ph idx="3" type="body"/>
          </p:nvPr>
        </p:nvSpPr>
        <p:spPr>
          <a:xfrm>
            <a:off x="7740869" y="4524957"/>
            <a:ext cx="4424487" cy="5274401"/>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47" name="Google Shape;247;p59"/>
          <p:cNvSpPr txBox="1"/>
          <p:nvPr>
            <p:ph idx="4" type="body"/>
          </p:nvPr>
        </p:nvSpPr>
        <p:spPr>
          <a:xfrm>
            <a:off x="13297199" y="4524957"/>
            <a:ext cx="4424487" cy="5274401"/>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48" name="Google Shape;248;p59"/>
          <p:cNvSpPr txBox="1"/>
          <p:nvPr>
            <p:ph idx="12" type="sldNum"/>
          </p:nvPr>
        </p:nvSpPr>
        <p:spPr>
          <a:xfrm>
            <a:off x="19093181" y="10438017"/>
            <a:ext cx="740523" cy="523011"/>
          </a:xfrm>
          <a:prstGeom prst="rect">
            <a:avLst/>
          </a:prstGeom>
          <a:noFill/>
          <a:ln>
            <a:noFill/>
          </a:ln>
        </p:spPr>
        <p:txBody>
          <a:bodyPr anchorCtr="0" anchor="ctr" bIns="91400" lIns="91400" spcFirstLastPara="1" rIns="91400" wrap="square" tIns="91400">
            <a:sp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
  <p:cSld name="CUSTOM_1">
    <p:spTree>
      <p:nvGrpSpPr>
        <p:cNvPr id="249" name="Shape 249"/>
        <p:cNvGrpSpPr/>
        <p:nvPr/>
      </p:nvGrpSpPr>
      <p:grpSpPr>
        <a:xfrm>
          <a:off x="0" y="0"/>
          <a:ext cx="0" cy="0"/>
          <a:chOff x="0" y="0"/>
          <a:chExt cx="0" cy="0"/>
        </a:xfrm>
      </p:grpSpPr>
      <p:sp>
        <p:nvSpPr>
          <p:cNvPr id="250" name="Google Shape;250;p60"/>
          <p:cNvSpPr/>
          <p:nvPr/>
        </p:nvSpPr>
        <p:spPr>
          <a:xfrm>
            <a:off x="0" y="2271380"/>
            <a:ext cx="20104100" cy="9091675"/>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51" name="Google Shape;251;p60"/>
          <p:cNvSpPr/>
          <p:nvPr/>
        </p:nvSpPr>
        <p:spPr>
          <a:xfrm rot="-5400000">
            <a:off x="3062439" y="2225267"/>
            <a:ext cx="156334" cy="1789452"/>
          </a:xfrm>
          <a:prstGeom prst="roundRect">
            <a:avLst>
              <a:gd fmla="val 0" name="adj"/>
            </a:avLst>
          </a:prstGeom>
          <a:solidFill>
            <a:srgbClr val="FF73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52" name="Google Shape;252;p60"/>
          <p:cNvSpPr/>
          <p:nvPr/>
        </p:nvSpPr>
        <p:spPr>
          <a:xfrm rot="-5400000">
            <a:off x="8607611" y="2225267"/>
            <a:ext cx="156334" cy="1789452"/>
          </a:xfrm>
          <a:prstGeom prst="roundRect">
            <a:avLst>
              <a:gd fmla="val 0" name="adj"/>
            </a:avLst>
          </a:prstGeom>
          <a:solidFill>
            <a:srgbClr val="FF94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53" name="Google Shape;253;p60"/>
          <p:cNvSpPr/>
          <p:nvPr/>
        </p:nvSpPr>
        <p:spPr>
          <a:xfrm rot="-5400000">
            <a:off x="14152785" y="2225267"/>
            <a:ext cx="156334" cy="1789452"/>
          </a:xfrm>
          <a:prstGeom prst="roundRect">
            <a:avLst>
              <a:gd fmla="val 0" name="adj"/>
            </a:avLst>
          </a:prstGeom>
          <a:solidFill>
            <a:srgbClr val="FFBE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54" name="Google Shape;254;p60"/>
          <p:cNvSpPr txBox="1"/>
          <p:nvPr>
            <p:ph idx="1" type="body"/>
          </p:nvPr>
        </p:nvSpPr>
        <p:spPr>
          <a:xfrm>
            <a:off x="2073729" y="3759890"/>
            <a:ext cx="4915217" cy="1313984"/>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rgbClr val="FFFFFF"/>
              </a:buClr>
              <a:buSzPts val="1400"/>
              <a:buFont typeface="Arial"/>
              <a:buNone/>
              <a:defRPr sz="3078">
                <a:solidFill>
                  <a:srgbClr val="FFFFFF"/>
                </a:solidFill>
              </a:defRPr>
            </a:lvl1pPr>
            <a:lvl2pPr indent="-228600" lvl="1" marL="914400" algn="l">
              <a:lnSpc>
                <a:spcPct val="100000"/>
              </a:lnSpc>
              <a:spcBef>
                <a:spcPts val="0"/>
              </a:spcBef>
              <a:spcAft>
                <a:spcPts val="0"/>
              </a:spcAft>
              <a:buClr>
                <a:srgbClr val="FFFFFF"/>
              </a:buClr>
              <a:buSzPts val="1400"/>
              <a:buFont typeface="Arial"/>
              <a:buNone/>
              <a:defRPr sz="3078">
                <a:solidFill>
                  <a:srgbClr val="FFFFFF"/>
                </a:solidFill>
              </a:defRPr>
            </a:lvl2pPr>
            <a:lvl3pPr indent="-228600" lvl="2" marL="1371600" algn="l">
              <a:lnSpc>
                <a:spcPct val="100000"/>
              </a:lnSpc>
              <a:spcBef>
                <a:spcPts val="0"/>
              </a:spcBef>
              <a:spcAft>
                <a:spcPts val="0"/>
              </a:spcAft>
              <a:buClr>
                <a:srgbClr val="FFFFFF"/>
              </a:buClr>
              <a:buSzPts val="1400"/>
              <a:buFont typeface="Arial"/>
              <a:buNone/>
              <a:defRPr sz="3078">
                <a:solidFill>
                  <a:srgbClr val="FFFFFF"/>
                </a:solidFill>
              </a:defRPr>
            </a:lvl3pPr>
            <a:lvl4pPr indent="-228600" lvl="3" marL="1828800" algn="l">
              <a:lnSpc>
                <a:spcPct val="100000"/>
              </a:lnSpc>
              <a:spcBef>
                <a:spcPts val="0"/>
              </a:spcBef>
              <a:spcAft>
                <a:spcPts val="0"/>
              </a:spcAft>
              <a:buClr>
                <a:srgbClr val="FFFFFF"/>
              </a:buClr>
              <a:buSzPts val="1400"/>
              <a:buFont typeface="Arial"/>
              <a:buNone/>
              <a:defRPr sz="3078">
                <a:solidFill>
                  <a:srgbClr val="FFFFFF"/>
                </a:solidFill>
              </a:defRPr>
            </a:lvl4pPr>
            <a:lvl5pPr indent="-228600" lvl="4" marL="2286000" algn="l">
              <a:lnSpc>
                <a:spcPct val="100000"/>
              </a:lnSpc>
              <a:spcBef>
                <a:spcPts val="0"/>
              </a:spcBef>
              <a:spcAft>
                <a:spcPts val="0"/>
              </a:spcAft>
              <a:buClr>
                <a:srgbClr val="FFFFFF"/>
              </a:buClr>
              <a:buSzPts val="1400"/>
              <a:buFont typeface="Arial"/>
              <a:buNone/>
              <a:defRPr sz="307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55" name="Google Shape;255;p60"/>
          <p:cNvSpPr txBox="1"/>
          <p:nvPr>
            <p:ph idx="2" type="body"/>
          </p:nvPr>
        </p:nvSpPr>
        <p:spPr>
          <a:xfrm>
            <a:off x="2073729" y="5453817"/>
            <a:ext cx="4915217" cy="5398411"/>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56" name="Google Shape;256;p60"/>
          <p:cNvSpPr txBox="1"/>
          <p:nvPr>
            <p:ph idx="3" type="body"/>
          </p:nvPr>
        </p:nvSpPr>
        <p:spPr>
          <a:xfrm>
            <a:off x="7598399" y="5453817"/>
            <a:ext cx="4915217" cy="5398411"/>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57" name="Google Shape;257;p60"/>
          <p:cNvSpPr txBox="1"/>
          <p:nvPr>
            <p:ph idx="4" type="body"/>
          </p:nvPr>
        </p:nvSpPr>
        <p:spPr>
          <a:xfrm>
            <a:off x="13115154" y="5453817"/>
            <a:ext cx="4915217" cy="5398411"/>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58" name="Google Shape;258;p60"/>
          <p:cNvSpPr txBox="1"/>
          <p:nvPr>
            <p:ph type="title"/>
          </p:nvPr>
        </p:nvSpPr>
        <p:spPr>
          <a:xfrm>
            <a:off x="2073728" y="506596"/>
            <a:ext cx="15964559" cy="1203164"/>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59" name="Google Shape;259;p60"/>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2">
  <p:cSld name="CUSTOM_2">
    <p:spTree>
      <p:nvGrpSpPr>
        <p:cNvPr id="260" name="Shape 260"/>
        <p:cNvGrpSpPr/>
        <p:nvPr/>
      </p:nvGrpSpPr>
      <p:grpSpPr>
        <a:xfrm>
          <a:off x="0" y="0"/>
          <a:ext cx="0" cy="0"/>
          <a:chOff x="0" y="0"/>
          <a:chExt cx="0" cy="0"/>
        </a:xfrm>
      </p:grpSpPr>
      <p:sp>
        <p:nvSpPr>
          <p:cNvPr id="261" name="Google Shape;261;p61"/>
          <p:cNvSpPr/>
          <p:nvPr>
            <p:ph idx="2" type="pic"/>
          </p:nvPr>
        </p:nvSpPr>
        <p:spPr>
          <a:xfrm>
            <a:off x="2176626" y="2588388"/>
            <a:ext cx="4424487" cy="1828496"/>
          </a:xfrm>
          <a:prstGeom prst="rect">
            <a:avLst/>
          </a:prstGeom>
          <a:noFill/>
          <a:ln>
            <a:noFill/>
          </a:ln>
        </p:spPr>
      </p:sp>
      <p:sp>
        <p:nvSpPr>
          <p:cNvPr id="262" name="Google Shape;262;p61"/>
          <p:cNvSpPr txBox="1"/>
          <p:nvPr>
            <p:ph idx="1" type="body"/>
          </p:nvPr>
        </p:nvSpPr>
        <p:spPr>
          <a:xfrm>
            <a:off x="2176626" y="4662263"/>
            <a:ext cx="4424487" cy="1203167"/>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63" name="Google Shape;263;p61"/>
          <p:cNvSpPr txBox="1"/>
          <p:nvPr>
            <p:ph idx="3" type="body"/>
          </p:nvPr>
        </p:nvSpPr>
        <p:spPr>
          <a:xfrm>
            <a:off x="2176626" y="5999990"/>
            <a:ext cx="4424487" cy="4353558"/>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64" name="Google Shape;264;p61"/>
          <p:cNvSpPr/>
          <p:nvPr/>
        </p:nvSpPr>
        <p:spPr>
          <a:xfrm>
            <a:off x="2177396" y="2453109"/>
            <a:ext cx="4424487" cy="137205"/>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65" name="Google Shape;265;p61"/>
          <p:cNvSpPr/>
          <p:nvPr>
            <p:ph idx="4" type="pic"/>
          </p:nvPr>
        </p:nvSpPr>
        <p:spPr>
          <a:xfrm>
            <a:off x="7717126" y="2589102"/>
            <a:ext cx="4424487" cy="1828496"/>
          </a:xfrm>
          <a:prstGeom prst="rect">
            <a:avLst/>
          </a:prstGeom>
          <a:noFill/>
          <a:ln>
            <a:noFill/>
          </a:ln>
        </p:spPr>
      </p:sp>
      <p:sp>
        <p:nvSpPr>
          <p:cNvPr id="266" name="Google Shape;266;p61"/>
          <p:cNvSpPr txBox="1"/>
          <p:nvPr>
            <p:ph idx="5" type="body"/>
          </p:nvPr>
        </p:nvSpPr>
        <p:spPr>
          <a:xfrm>
            <a:off x="7717126" y="6000707"/>
            <a:ext cx="4424487" cy="4353558"/>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67" name="Google Shape;267;p61"/>
          <p:cNvSpPr/>
          <p:nvPr/>
        </p:nvSpPr>
        <p:spPr>
          <a:xfrm>
            <a:off x="7717896" y="2453823"/>
            <a:ext cx="4424487" cy="137205"/>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68" name="Google Shape;268;p61"/>
          <p:cNvSpPr/>
          <p:nvPr>
            <p:ph idx="6" type="pic"/>
          </p:nvPr>
        </p:nvSpPr>
        <p:spPr>
          <a:xfrm>
            <a:off x="13265539" y="2589102"/>
            <a:ext cx="4424487" cy="1828496"/>
          </a:xfrm>
          <a:prstGeom prst="rect">
            <a:avLst/>
          </a:prstGeom>
          <a:noFill/>
          <a:ln>
            <a:noFill/>
          </a:ln>
        </p:spPr>
      </p:sp>
      <p:sp>
        <p:nvSpPr>
          <p:cNvPr id="269" name="Google Shape;269;p61"/>
          <p:cNvSpPr txBox="1"/>
          <p:nvPr>
            <p:ph idx="7" type="body"/>
          </p:nvPr>
        </p:nvSpPr>
        <p:spPr>
          <a:xfrm>
            <a:off x="13265539" y="6000707"/>
            <a:ext cx="4424487" cy="4353558"/>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70" name="Google Shape;270;p61"/>
          <p:cNvSpPr/>
          <p:nvPr/>
        </p:nvSpPr>
        <p:spPr>
          <a:xfrm>
            <a:off x="13266309" y="2453823"/>
            <a:ext cx="4424487" cy="137205"/>
          </a:xfrm>
          <a:prstGeom prst="rect">
            <a:avLst/>
          </a:prstGeom>
          <a:solidFill>
            <a:srgbClr val="FFBE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71" name="Google Shape;271;p61"/>
          <p:cNvSpPr txBox="1"/>
          <p:nvPr>
            <p:ph type="title"/>
          </p:nvPr>
        </p:nvSpPr>
        <p:spPr>
          <a:xfrm>
            <a:off x="2177395" y="506596"/>
            <a:ext cx="15512743"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cxnSp>
        <p:nvCxnSpPr>
          <p:cNvPr id="272" name="Google Shape;272;p61"/>
          <p:cNvCxnSpPr/>
          <p:nvPr/>
        </p:nvCxnSpPr>
        <p:spPr>
          <a:xfrm flipH="1">
            <a:off x="7161207" y="4899565"/>
            <a:ext cx="2" cy="5454480"/>
          </a:xfrm>
          <a:prstGeom prst="straightConnector1">
            <a:avLst/>
          </a:prstGeom>
          <a:noFill/>
          <a:ln cap="flat" cmpd="sng" w="25400">
            <a:solidFill>
              <a:srgbClr val="EEEEEE"/>
            </a:solidFill>
            <a:prstDash val="solid"/>
            <a:round/>
            <a:headEnd len="sm" w="sm" type="none"/>
            <a:tailEnd len="sm" w="sm" type="none"/>
          </a:ln>
        </p:spPr>
      </p:cxnSp>
      <p:cxnSp>
        <p:nvCxnSpPr>
          <p:cNvPr id="273" name="Google Shape;273;p61"/>
          <p:cNvCxnSpPr/>
          <p:nvPr/>
        </p:nvCxnSpPr>
        <p:spPr>
          <a:xfrm flipH="1">
            <a:off x="12704346" y="4899565"/>
            <a:ext cx="2" cy="5454480"/>
          </a:xfrm>
          <a:prstGeom prst="straightConnector1">
            <a:avLst/>
          </a:prstGeom>
          <a:noFill/>
          <a:ln cap="flat" cmpd="sng" w="25400">
            <a:solidFill>
              <a:srgbClr val="EEEEEE"/>
            </a:solidFill>
            <a:prstDash val="solid"/>
            <a:round/>
            <a:headEnd len="sm" w="sm" type="none"/>
            <a:tailEnd len="sm" w="sm" type="none"/>
          </a:ln>
        </p:spPr>
      </p:cxnSp>
      <p:sp>
        <p:nvSpPr>
          <p:cNvPr id="274" name="Google Shape;274;p61"/>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
  <p:cSld name="CUSTOM_3">
    <p:spTree>
      <p:nvGrpSpPr>
        <p:cNvPr id="275" name="Shape 275"/>
        <p:cNvGrpSpPr/>
        <p:nvPr/>
      </p:nvGrpSpPr>
      <p:grpSpPr>
        <a:xfrm>
          <a:off x="0" y="0"/>
          <a:ext cx="0" cy="0"/>
          <a:chOff x="0" y="0"/>
          <a:chExt cx="0" cy="0"/>
        </a:xfrm>
      </p:grpSpPr>
      <p:sp>
        <p:nvSpPr>
          <p:cNvPr id="276" name="Google Shape;276;p62"/>
          <p:cNvSpPr/>
          <p:nvPr/>
        </p:nvSpPr>
        <p:spPr>
          <a:xfrm>
            <a:off x="19459" y="2268796"/>
            <a:ext cx="20104102" cy="6771758"/>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77" name="Google Shape;277;p62"/>
          <p:cNvSpPr/>
          <p:nvPr/>
        </p:nvSpPr>
        <p:spPr>
          <a:xfrm>
            <a:off x="1146630" y="2690740"/>
            <a:ext cx="404986" cy="405015"/>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78" name="Google Shape;278;p62"/>
          <p:cNvSpPr/>
          <p:nvPr/>
        </p:nvSpPr>
        <p:spPr>
          <a:xfrm>
            <a:off x="5927290" y="2690740"/>
            <a:ext cx="404986" cy="405015"/>
          </a:xfrm>
          <a:prstGeom prst="rect">
            <a:avLst/>
          </a:prstGeom>
          <a:solidFill>
            <a:srgbClr val="FFBE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79" name="Google Shape;279;p62"/>
          <p:cNvSpPr/>
          <p:nvPr/>
        </p:nvSpPr>
        <p:spPr>
          <a:xfrm>
            <a:off x="10715865" y="2690740"/>
            <a:ext cx="404986" cy="405015"/>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80" name="Google Shape;280;p62"/>
          <p:cNvSpPr/>
          <p:nvPr/>
        </p:nvSpPr>
        <p:spPr>
          <a:xfrm>
            <a:off x="15304478" y="2690740"/>
            <a:ext cx="404986" cy="405015"/>
          </a:xfrm>
          <a:prstGeom prst="rect">
            <a:avLst/>
          </a:prstGeom>
          <a:solidFill>
            <a:srgbClr val="FFBE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81" name="Google Shape;281;p62"/>
          <p:cNvSpPr txBox="1"/>
          <p:nvPr>
            <p:ph idx="1" type="body"/>
          </p:nvPr>
        </p:nvSpPr>
        <p:spPr>
          <a:xfrm>
            <a:off x="941885" y="3419521"/>
            <a:ext cx="4511550" cy="1313984"/>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FFFFFF"/>
              </a:buClr>
              <a:buSzPts val="1600"/>
              <a:buFont typeface="Arial"/>
              <a:buNone/>
              <a:defRPr sz="3518">
                <a:solidFill>
                  <a:srgbClr val="FFFFFF"/>
                </a:solidFill>
              </a:defRPr>
            </a:lvl1pPr>
            <a:lvl2pPr indent="-228600" lvl="1" marL="914400" algn="l">
              <a:lnSpc>
                <a:spcPct val="100000"/>
              </a:lnSpc>
              <a:spcBef>
                <a:spcPts val="0"/>
              </a:spcBef>
              <a:spcAft>
                <a:spcPts val="0"/>
              </a:spcAft>
              <a:buClr>
                <a:srgbClr val="FFFFFF"/>
              </a:buClr>
              <a:buSzPts val="1600"/>
              <a:buFont typeface="Arial"/>
              <a:buNone/>
              <a:defRPr sz="3518">
                <a:solidFill>
                  <a:srgbClr val="FFFFFF"/>
                </a:solidFill>
              </a:defRPr>
            </a:lvl2pPr>
            <a:lvl3pPr indent="-228600" lvl="2" marL="1371600" algn="l">
              <a:lnSpc>
                <a:spcPct val="100000"/>
              </a:lnSpc>
              <a:spcBef>
                <a:spcPts val="0"/>
              </a:spcBef>
              <a:spcAft>
                <a:spcPts val="0"/>
              </a:spcAft>
              <a:buClr>
                <a:srgbClr val="FFFFFF"/>
              </a:buClr>
              <a:buSzPts val="1600"/>
              <a:buFont typeface="Arial"/>
              <a:buNone/>
              <a:defRPr sz="3518">
                <a:solidFill>
                  <a:srgbClr val="FFFFFF"/>
                </a:solidFill>
              </a:defRPr>
            </a:lvl3pPr>
            <a:lvl4pPr indent="-228600" lvl="3" marL="1828800" algn="l">
              <a:lnSpc>
                <a:spcPct val="100000"/>
              </a:lnSpc>
              <a:spcBef>
                <a:spcPts val="0"/>
              </a:spcBef>
              <a:spcAft>
                <a:spcPts val="0"/>
              </a:spcAft>
              <a:buClr>
                <a:srgbClr val="FFFFFF"/>
              </a:buClr>
              <a:buSzPts val="1600"/>
              <a:buFont typeface="Arial"/>
              <a:buNone/>
              <a:defRPr sz="3518">
                <a:solidFill>
                  <a:srgbClr val="FFFFFF"/>
                </a:solidFill>
              </a:defRPr>
            </a:lvl4pPr>
            <a:lvl5pPr indent="-228600" lvl="4" marL="2286000" algn="l">
              <a:lnSpc>
                <a:spcPct val="100000"/>
              </a:lnSpc>
              <a:spcBef>
                <a:spcPts val="0"/>
              </a:spcBef>
              <a:spcAft>
                <a:spcPts val="0"/>
              </a:spcAft>
              <a:buClr>
                <a:srgbClr val="FFFFFF"/>
              </a:buClr>
              <a:buSzPts val="1600"/>
              <a:buFont typeface="Arial"/>
              <a:buNone/>
              <a:defRPr sz="351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82" name="Google Shape;282;p62"/>
          <p:cNvSpPr txBox="1"/>
          <p:nvPr>
            <p:ph idx="2" type="body"/>
          </p:nvPr>
        </p:nvSpPr>
        <p:spPr>
          <a:xfrm>
            <a:off x="941886" y="5151708"/>
            <a:ext cx="4511552" cy="3468335"/>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83" name="Google Shape;283;p62"/>
          <p:cNvSpPr txBox="1"/>
          <p:nvPr>
            <p:ph idx="3" type="body"/>
          </p:nvPr>
        </p:nvSpPr>
        <p:spPr>
          <a:xfrm>
            <a:off x="5722545" y="5151708"/>
            <a:ext cx="4511550" cy="3468335"/>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84" name="Google Shape;284;p62"/>
          <p:cNvSpPr txBox="1"/>
          <p:nvPr>
            <p:ph idx="4" type="body"/>
          </p:nvPr>
        </p:nvSpPr>
        <p:spPr>
          <a:xfrm>
            <a:off x="10511120" y="5151708"/>
            <a:ext cx="4511550" cy="3468335"/>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85" name="Google Shape;285;p62"/>
          <p:cNvSpPr txBox="1"/>
          <p:nvPr>
            <p:ph idx="5" type="body"/>
          </p:nvPr>
        </p:nvSpPr>
        <p:spPr>
          <a:xfrm>
            <a:off x="15291781" y="5151708"/>
            <a:ext cx="4511552" cy="3468335"/>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286" name="Google Shape;286;p62"/>
          <p:cNvSpPr txBox="1"/>
          <p:nvPr>
            <p:ph type="title"/>
          </p:nvPr>
        </p:nvSpPr>
        <p:spPr>
          <a:xfrm>
            <a:off x="1293113" y="556453"/>
            <a:ext cx="17517874"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287" name="Google Shape;287;p62"/>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4">
  <p:cSld name="CUSTOM_4">
    <p:spTree>
      <p:nvGrpSpPr>
        <p:cNvPr id="288" name="Shape 288"/>
        <p:cNvGrpSpPr/>
        <p:nvPr/>
      </p:nvGrpSpPr>
      <p:grpSpPr>
        <a:xfrm>
          <a:off x="0" y="0"/>
          <a:ext cx="0" cy="0"/>
          <a:chOff x="0" y="0"/>
          <a:chExt cx="0" cy="0"/>
        </a:xfrm>
      </p:grpSpPr>
      <p:sp>
        <p:nvSpPr>
          <p:cNvPr id="289" name="Google Shape;289;p63"/>
          <p:cNvSpPr/>
          <p:nvPr/>
        </p:nvSpPr>
        <p:spPr>
          <a:xfrm rot="-5400000">
            <a:off x="-3708130" y="6106710"/>
            <a:ext cx="8067932" cy="651671"/>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90" name="Google Shape;290;p63"/>
          <p:cNvSpPr/>
          <p:nvPr/>
        </p:nvSpPr>
        <p:spPr>
          <a:xfrm rot="-5400000">
            <a:off x="15744298" y="6106710"/>
            <a:ext cx="8067932" cy="651671"/>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91" name="Google Shape;291;p63"/>
          <p:cNvSpPr/>
          <p:nvPr/>
        </p:nvSpPr>
        <p:spPr>
          <a:xfrm>
            <a:off x="2546406" y="3646487"/>
            <a:ext cx="1302020" cy="1302111"/>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92" name="Google Shape;292;p63"/>
          <p:cNvSpPr/>
          <p:nvPr/>
        </p:nvSpPr>
        <p:spPr>
          <a:xfrm>
            <a:off x="2546406" y="7869655"/>
            <a:ext cx="1302020" cy="1302111"/>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93" name="Google Shape;293;p63"/>
          <p:cNvSpPr/>
          <p:nvPr/>
        </p:nvSpPr>
        <p:spPr>
          <a:xfrm>
            <a:off x="10906240" y="3646487"/>
            <a:ext cx="1302020" cy="1302111"/>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94" name="Google Shape;294;p63"/>
          <p:cNvSpPr/>
          <p:nvPr/>
        </p:nvSpPr>
        <p:spPr>
          <a:xfrm>
            <a:off x="10906240" y="7869655"/>
            <a:ext cx="1302020" cy="1302111"/>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295" name="Google Shape;295;p63"/>
          <p:cNvSpPr txBox="1"/>
          <p:nvPr/>
        </p:nvSpPr>
        <p:spPr>
          <a:xfrm>
            <a:off x="2704704" y="3772110"/>
            <a:ext cx="985420" cy="981053"/>
          </a:xfrm>
          <a:prstGeom prst="rect">
            <a:avLst/>
          </a:prstGeom>
          <a:noFill/>
          <a:ln>
            <a:noFill/>
          </a:ln>
        </p:spPr>
        <p:txBody>
          <a:bodyPr anchorCtr="0" anchor="ctr" bIns="200950" lIns="200950" spcFirstLastPara="1" rIns="200950" wrap="square" tIns="200950">
            <a:spAutoFit/>
          </a:bodyPr>
          <a:lstStyle/>
          <a:p>
            <a:pPr indent="0" lvl="0" marL="0" marR="0" rtl="0" algn="ctr">
              <a:lnSpc>
                <a:spcPct val="100000"/>
              </a:lnSpc>
              <a:spcBef>
                <a:spcPts val="0"/>
              </a:spcBef>
              <a:spcAft>
                <a:spcPts val="0"/>
              </a:spcAft>
              <a:buClr>
                <a:srgbClr val="FFFFFF"/>
              </a:buClr>
              <a:buSzPts val="1700"/>
              <a:buFont typeface="Arial"/>
              <a:buNone/>
            </a:pPr>
            <a:r>
              <a:rPr b="0" i="0" lang="en-US" sz="3738" u="none" cap="none" strike="noStrike">
                <a:solidFill>
                  <a:srgbClr val="FFFFFF"/>
                </a:solidFill>
                <a:latin typeface="Arial"/>
                <a:ea typeface="Arial"/>
                <a:cs typeface="Arial"/>
                <a:sym typeface="Arial"/>
              </a:rPr>
              <a:t>01</a:t>
            </a:r>
            <a:endParaRPr b="0" i="0" sz="3078" u="none" cap="none" strike="noStrike">
              <a:solidFill>
                <a:srgbClr val="000000"/>
              </a:solidFill>
              <a:latin typeface="Arial"/>
              <a:ea typeface="Arial"/>
              <a:cs typeface="Arial"/>
              <a:sym typeface="Arial"/>
            </a:endParaRPr>
          </a:p>
        </p:txBody>
      </p:sp>
      <p:sp>
        <p:nvSpPr>
          <p:cNvPr id="296" name="Google Shape;296;p63"/>
          <p:cNvSpPr txBox="1"/>
          <p:nvPr/>
        </p:nvSpPr>
        <p:spPr>
          <a:xfrm>
            <a:off x="2704704" y="7995279"/>
            <a:ext cx="985420" cy="981053"/>
          </a:xfrm>
          <a:prstGeom prst="rect">
            <a:avLst/>
          </a:prstGeom>
          <a:noFill/>
          <a:ln>
            <a:noFill/>
          </a:ln>
        </p:spPr>
        <p:txBody>
          <a:bodyPr anchorCtr="0" anchor="ctr" bIns="200950" lIns="200950" spcFirstLastPara="1" rIns="200950" wrap="square" tIns="200950">
            <a:spAutoFit/>
          </a:bodyPr>
          <a:lstStyle/>
          <a:p>
            <a:pPr indent="0" lvl="0" marL="0" marR="0" rtl="0" algn="ctr">
              <a:lnSpc>
                <a:spcPct val="100000"/>
              </a:lnSpc>
              <a:spcBef>
                <a:spcPts val="0"/>
              </a:spcBef>
              <a:spcAft>
                <a:spcPts val="0"/>
              </a:spcAft>
              <a:buClr>
                <a:srgbClr val="FFFFFF"/>
              </a:buClr>
              <a:buSzPts val="1700"/>
              <a:buFont typeface="Arial"/>
              <a:buNone/>
            </a:pPr>
            <a:r>
              <a:rPr b="0" i="0" lang="en-US" sz="3738" u="none" cap="none" strike="noStrike">
                <a:solidFill>
                  <a:srgbClr val="FFFFFF"/>
                </a:solidFill>
                <a:latin typeface="Arial"/>
                <a:ea typeface="Arial"/>
                <a:cs typeface="Arial"/>
                <a:sym typeface="Arial"/>
              </a:rPr>
              <a:t>03</a:t>
            </a:r>
            <a:endParaRPr b="0" i="0" sz="3078" u="none" cap="none" strike="noStrike">
              <a:solidFill>
                <a:srgbClr val="000000"/>
              </a:solidFill>
              <a:latin typeface="Arial"/>
              <a:ea typeface="Arial"/>
              <a:cs typeface="Arial"/>
              <a:sym typeface="Arial"/>
            </a:endParaRPr>
          </a:p>
        </p:txBody>
      </p:sp>
      <p:sp>
        <p:nvSpPr>
          <p:cNvPr id="297" name="Google Shape;297;p63"/>
          <p:cNvSpPr txBox="1"/>
          <p:nvPr/>
        </p:nvSpPr>
        <p:spPr>
          <a:xfrm>
            <a:off x="11064538" y="3772110"/>
            <a:ext cx="985420" cy="981053"/>
          </a:xfrm>
          <a:prstGeom prst="rect">
            <a:avLst/>
          </a:prstGeom>
          <a:noFill/>
          <a:ln>
            <a:noFill/>
          </a:ln>
        </p:spPr>
        <p:txBody>
          <a:bodyPr anchorCtr="0" anchor="ctr" bIns="200950" lIns="200950" spcFirstLastPara="1" rIns="200950" wrap="square" tIns="200950">
            <a:spAutoFit/>
          </a:bodyPr>
          <a:lstStyle/>
          <a:p>
            <a:pPr indent="0" lvl="0" marL="0" marR="0" rtl="0" algn="ctr">
              <a:lnSpc>
                <a:spcPct val="100000"/>
              </a:lnSpc>
              <a:spcBef>
                <a:spcPts val="0"/>
              </a:spcBef>
              <a:spcAft>
                <a:spcPts val="0"/>
              </a:spcAft>
              <a:buClr>
                <a:srgbClr val="FFFFFF"/>
              </a:buClr>
              <a:buSzPts val="1700"/>
              <a:buFont typeface="Arial"/>
              <a:buNone/>
            </a:pPr>
            <a:r>
              <a:rPr b="0" i="0" lang="en-US" sz="3738" u="none" cap="none" strike="noStrike">
                <a:solidFill>
                  <a:srgbClr val="FFFFFF"/>
                </a:solidFill>
                <a:latin typeface="Arial"/>
                <a:ea typeface="Arial"/>
                <a:cs typeface="Arial"/>
                <a:sym typeface="Arial"/>
              </a:rPr>
              <a:t>02</a:t>
            </a:r>
            <a:endParaRPr b="0" i="0" sz="3078" u="none" cap="none" strike="noStrike">
              <a:solidFill>
                <a:srgbClr val="000000"/>
              </a:solidFill>
              <a:latin typeface="Arial"/>
              <a:ea typeface="Arial"/>
              <a:cs typeface="Arial"/>
              <a:sym typeface="Arial"/>
            </a:endParaRPr>
          </a:p>
        </p:txBody>
      </p:sp>
      <p:sp>
        <p:nvSpPr>
          <p:cNvPr id="298" name="Google Shape;298;p63"/>
          <p:cNvSpPr txBox="1"/>
          <p:nvPr/>
        </p:nvSpPr>
        <p:spPr>
          <a:xfrm>
            <a:off x="11064538" y="7995279"/>
            <a:ext cx="985420" cy="981053"/>
          </a:xfrm>
          <a:prstGeom prst="rect">
            <a:avLst/>
          </a:prstGeom>
          <a:noFill/>
          <a:ln>
            <a:noFill/>
          </a:ln>
        </p:spPr>
        <p:txBody>
          <a:bodyPr anchorCtr="0" anchor="ctr" bIns="200950" lIns="200950" spcFirstLastPara="1" rIns="200950" wrap="square" tIns="200950">
            <a:spAutoFit/>
          </a:bodyPr>
          <a:lstStyle/>
          <a:p>
            <a:pPr indent="0" lvl="0" marL="0" marR="0" rtl="0" algn="ctr">
              <a:lnSpc>
                <a:spcPct val="100000"/>
              </a:lnSpc>
              <a:spcBef>
                <a:spcPts val="0"/>
              </a:spcBef>
              <a:spcAft>
                <a:spcPts val="0"/>
              </a:spcAft>
              <a:buClr>
                <a:srgbClr val="FFFFFF"/>
              </a:buClr>
              <a:buSzPts val="1700"/>
              <a:buFont typeface="Arial"/>
              <a:buNone/>
            </a:pPr>
            <a:r>
              <a:rPr b="0" i="0" lang="en-US" sz="3738" u="none" cap="none" strike="noStrike">
                <a:solidFill>
                  <a:srgbClr val="FFFFFF"/>
                </a:solidFill>
                <a:latin typeface="Arial"/>
                <a:ea typeface="Arial"/>
                <a:cs typeface="Arial"/>
                <a:sym typeface="Arial"/>
              </a:rPr>
              <a:t>04</a:t>
            </a:r>
            <a:endParaRPr b="0" i="0" sz="3078" u="none" cap="none" strike="noStrike">
              <a:solidFill>
                <a:srgbClr val="000000"/>
              </a:solidFill>
              <a:latin typeface="Arial"/>
              <a:ea typeface="Arial"/>
              <a:cs typeface="Arial"/>
              <a:sym typeface="Arial"/>
            </a:endParaRPr>
          </a:p>
        </p:txBody>
      </p:sp>
      <p:sp>
        <p:nvSpPr>
          <p:cNvPr id="299" name="Google Shape;299;p63"/>
          <p:cNvSpPr txBox="1"/>
          <p:nvPr>
            <p:ph idx="1" type="body"/>
          </p:nvPr>
        </p:nvSpPr>
        <p:spPr>
          <a:xfrm>
            <a:off x="4187036" y="2754611"/>
            <a:ext cx="5208072" cy="1131929"/>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000000"/>
              </a:buClr>
              <a:buSzPts val="1600"/>
              <a:buFont typeface="Arial"/>
              <a:buNone/>
              <a:defRPr sz="3518">
                <a:solidFill>
                  <a:srgbClr val="000000"/>
                </a:solidFill>
              </a:defRPr>
            </a:lvl1pPr>
            <a:lvl2pPr indent="-228600" lvl="1" marL="914400" algn="l">
              <a:lnSpc>
                <a:spcPct val="100000"/>
              </a:lnSpc>
              <a:spcBef>
                <a:spcPts val="0"/>
              </a:spcBef>
              <a:spcAft>
                <a:spcPts val="0"/>
              </a:spcAft>
              <a:buClr>
                <a:srgbClr val="000000"/>
              </a:buClr>
              <a:buSzPts val="1600"/>
              <a:buFont typeface="Arial"/>
              <a:buNone/>
              <a:defRPr sz="3518">
                <a:solidFill>
                  <a:srgbClr val="000000"/>
                </a:solidFill>
              </a:defRPr>
            </a:lvl2pPr>
            <a:lvl3pPr indent="-228600" lvl="2" marL="1371600" algn="l">
              <a:lnSpc>
                <a:spcPct val="100000"/>
              </a:lnSpc>
              <a:spcBef>
                <a:spcPts val="0"/>
              </a:spcBef>
              <a:spcAft>
                <a:spcPts val="0"/>
              </a:spcAft>
              <a:buClr>
                <a:srgbClr val="000000"/>
              </a:buClr>
              <a:buSzPts val="1600"/>
              <a:buFont typeface="Arial"/>
              <a:buNone/>
              <a:defRPr sz="3518">
                <a:solidFill>
                  <a:srgbClr val="000000"/>
                </a:solidFill>
              </a:defRPr>
            </a:lvl3pPr>
            <a:lvl4pPr indent="-228600" lvl="3" marL="1828800" algn="l">
              <a:lnSpc>
                <a:spcPct val="100000"/>
              </a:lnSpc>
              <a:spcBef>
                <a:spcPts val="0"/>
              </a:spcBef>
              <a:spcAft>
                <a:spcPts val="0"/>
              </a:spcAft>
              <a:buClr>
                <a:srgbClr val="000000"/>
              </a:buClr>
              <a:buSzPts val="1600"/>
              <a:buFont typeface="Arial"/>
              <a:buNone/>
              <a:defRPr sz="3518">
                <a:solidFill>
                  <a:srgbClr val="000000"/>
                </a:solidFill>
              </a:defRPr>
            </a:lvl4pPr>
            <a:lvl5pPr indent="-228600" lvl="4" marL="2286000" algn="l">
              <a:lnSpc>
                <a:spcPct val="100000"/>
              </a:lnSpc>
              <a:spcBef>
                <a:spcPts val="0"/>
              </a:spcBef>
              <a:spcAft>
                <a:spcPts val="0"/>
              </a:spcAft>
              <a:buClr>
                <a:srgbClr val="000000"/>
              </a:buClr>
              <a:buSzPts val="1600"/>
              <a:buFont typeface="Arial"/>
              <a:buNone/>
              <a:defRPr sz="351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00" name="Google Shape;300;p63"/>
          <p:cNvSpPr txBox="1"/>
          <p:nvPr>
            <p:ph idx="2" type="body"/>
          </p:nvPr>
        </p:nvSpPr>
        <p:spPr>
          <a:xfrm>
            <a:off x="4187036" y="4100450"/>
            <a:ext cx="5208072" cy="174142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01" name="Google Shape;301;p63"/>
          <p:cNvSpPr txBox="1"/>
          <p:nvPr>
            <p:ph idx="3" type="body"/>
          </p:nvPr>
        </p:nvSpPr>
        <p:spPr>
          <a:xfrm>
            <a:off x="4187036" y="8327164"/>
            <a:ext cx="5208072" cy="174142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02" name="Google Shape;302;p63"/>
          <p:cNvSpPr txBox="1"/>
          <p:nvPr>
            <p:ph idx="4" type="body"/>
          </p:nvPr>
        </p:nvSpPr>
        <p:spPr>
          <a:xfrm>
            <a:off x="12545276" y="4100450"/>
            <a:ext cx="5208072" cy="174142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03" name="Google Shape;303;p63"/>
          <p:cNvSpPr txBox="1"/>
          <p:nvPr>
            <p:ph idx="5" type="body"/>
          </p:nvPr>
        </p:nvSpPr>
        <p:spPr>
          <a:xfrm>
            <a:off x="12545276" y="8327164"/>
            <a:ext cx="5208072" cy="174142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04" name="Google Shape;304;p63"/>
          <p:cNvSpPr txBox="1"/>
          <p:nvPr>
            <p:ph type="title"/>
          </p:nvPr>
        </p:nvSpPr>
        <p:spPr>
          <a:xfrm>
            <a:off x="1293113" y="556453"/>
            <a:ext cx="17517874"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05" name="Google Shape;305;p63"/>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5">
  <p:cSld name="CUSTOM_5">
    <p:spTree>
      <p:nvGrpSpPr>
        <p:cNvPr id="306" name="Shape 306"/>
        <p:cNvGrpSpPr/>
        <p:nvPr/>
      </p:nvGrpSpPr>
      <p:grpSpPr>
        <a:xfrm>
          <a:off x="0" y="0"/>
          <a:ext cx="0" cy="0"/>
          <a:chOff x="0" y="0"/>
          <a:chExt cx="0" cy="0"/>
        </a:xfrm>
      </p:grpSpPr>
      <p:sp>
        <p:nvSpPr>
          <p:cNvPr id="307" name="Google Shape;307;p64"/>
          <p:cNvSpPr/>
          <p:nvPr/>
        </p:nvSpPr>
        <p:spPr>
          <a:xfrm>
            <a:off x="776330" y="2702720"/>
            <a:ext cx="18551441" cy="6957118"/>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08" name="Google Shape;308;p64"/>
          <p:cNvSpPr/>
          <p:nvPr/>
        </p:nvSpPr>
        <p:spPr>
          <a:xfrm rot="5400000">
            <a:off x="9725205" y="710962"/>
            <a:ext cx="653695" cy="18551441"/>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09" name="Google Shape;309;p64"/>
          <p:cNvSpPr/>
          <p:nvPr/>
        </p:nvSpPr>
        <p:spPr>
          <a:xfrm rot="5400000">
            <a:off x="9844596" y="1006368"/>
            <a:ext cx="414909" cy="18551441"/>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10" name="Google Shape;310;p64"/>
          <p:cNvSpPr/>
          <p:nvPr/>
        </p:nvSpPr>
        <p:spPr>
          <a:xfrm rot="10800000">
            <a:off x="7711905" y="3680622"/>
            <a:ext cx="28364" cy="5174797"/>
          </a:xfrm>
          <a:prstGeom prst="roundRect">
            <a:avLst>
              <a:gd fmla="val 0" name="adj"/>
            </a:avLst>
          </a:prstGeom>
          <a:solidFill>
            <a:srgbClr val="58585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11" name="Google Shape;311;p64"/>
          <p:cNvSpPr txBox="1"/>
          <p:nvPr>
            <p:ph idx="1" type="body"/>
          </p:nvPr>
        </p:nvSpPr>
        <p:spPr>
          <a:xfrm>
            <a:off x="3435109" y="3680732"/>
            <a:ext cx="3854607" cy="1353562"/>
          </a:xfrm>
          <a:prstGeom prst="rect">
            <a:avLst/>
          </a:prstGeom>
          <a:noFill/>
          <a:ln>
            <a:noFill/>
          </a:ln>
        </p:spPr>
        <p:txBody>
          <a:bodyPr anchorCtr="0" anchor="t" bIns="91400" lIns="91400" spcFirstLastPara="1" rIns="91400" wrap="square" tIns="91400">
            <a:normAutofit/>
          </a:bodyPr>
          <a:lstStyle>
            <a:lvl1pPr indent="-228600" lvl="0" marL="457200" algn="ctr">
              <a:lnSpc>
                <a:spcPct val="100000"/>
              </a:lnSpc>
              <a:spcBef>
                <a:spcPts val="0"/>
              </a:spcBef>
              <a:spcAft>
                <a:spcPts val="0"/>
              </a:spcAft>
              <a:buClr>
                <a:srgbClr val="FFFFFF"/>
              </a:buClr>
              <a:buSzPts val="1600"/>
              <a:buFont typeface="Arial"/>
              <a:buNone/>
              <a:defRPr sz="3518">
                <a:solidFill>
                  <a:srgbClr val="FFFFFF"/>
                </a:solidFill>
              </a:defRPr>
            </a:lvl1pPr>
            <a:lvl2pPr indent="-228600" lvl="1" marL="914400" algn="ctr">
              <a:lnSpc>
                <a:spcPct val="100000"/>
              </a:lnSpc>
              <a:spcBef>
                <a:spcPts val="0"/>
              </a:spcBef>
              <a:spcAft>
                <a:spcPts val="0"/>
              </a:spcAft>
              <a:buClr>
                <a:srgbClr val="FFFFFF"/>
              </a:buClr>
              <a:buSzPts val="1600"/>
              <a:buFont typeface="Arial"/>
              <a:buNone/>
              <a:defRPr sz="3518">
                <a:solidFill>
                  <a:srgbClr val="FFFFFF"/>
                </a:solidFill>
              </a:defRPr>
            </a:lvl2pPr>
            <a:lvl3pPr indent="-228600" lvl="2" marL="1371600" algn="ctr">
              <a:lnSpc>
                <a:spcPct val="100000"/>
              </a:lnSpc>
              <a:spcBef>
                <a:spcPts val="0"/>
              </a:spcBef>
              <a:spcAft>
                <a:spcPts val="0"/>
              </a:spcAft>
              <a:buClr>
                <a:srgbClr val="FFFFFF"/>
              </a:buClr>
              <a:buSzPts val="1600"/>
              <a:buFont typeface="Arial"/>
              <a:buNone/>
              <a:defRPr sz="3518">
                <a:solidFill>
                  <a:srgbClr val="FFFFFF"/>
                </a:solidFill>
              </a:defRPr>
            </a:lvl3pPr>
            <a:lvl4pPr indent="-228600" lvl="3" marL="1828800" algn="ctr">
              <a:lnSpc>
                <a:spcPct val="100000"/>
              </a:lnSpc>
              <a:spcBef>
                <a:spcPts val="0"/>
              </a:spcBef>
              <a:spcAft>
                <a:spcPts val="0"/>
              </a:spcAft>
              <a:buClr>
                <a:srgbClr val="FFFFFF"/>
              </a:buClr>
              <a:buSzPts val="1600"/>
              <a:buFont typeface="Arial"/>
              <a:buNone/>
              <a:defRPr sz="3518">
                <a:solidFill>
                  <a:srgbClr val="FFFFFF"/>
                </a:solidFill>
              </a:defRPr>
            </a:lvl4pPr>
            <a:lvl5pPr indent="-228600" lvl="4" marL="2286000" algn="ctr">
              <a:lnSpc>
                <a:spcPct val="100000"/>
              </a:lnSpc>
              <a:spcBef>
                <a:spcPts val="0"/>
              </a:spcBef>
              <a:spcAft>
                <a:spcPts val="0"/>
              </a:spcAft>
              <a:buClr>
                <a:srgbClr val="FFFFFF"/>
              </a:buClr>
              <a:buSzPts val="1600"/>
              <a:buFont typeface="Arial"/>
              <a:buNone/>
              <a:defRPr sz="351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12" name="Google Shape;312;p64"/>
          <p:cNvSpPr txBox="1"/>
          <p:nvPr>
            <p:ph idx="2" type="body"/>
          </p:nvPr>
        </p:nvSpPr>
        <p:spPr>
          <a:xfrm>
            <a:off x="3435109" y="5224265"/>
            <a:ext cx="3854607" cy="3625327"/>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13" name="Google Shape;313;p64"/>
          <p:cNvSpPr txBox="1"/>
          <p:nvPr>
            <p:ph idx="3" type="body"/>
          </p:nvPr>
        </p:nvSpPr>
        <p:spPr>
          <a:xfrm>
            <a:off x="8128704" y="5224265"/>
            <a:ext cx="3854607" cy="3625327"/>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14" name="Google Shape;314;p64"/>
          <p:cNvSpPr txBox="1"/>
          <p:nvPr>
            <p:ph idx="4" type="body"/>
          </p:nvPr>
        </p:nvSpPr>
        <p:spPr>
          <a:xfrm>
            <a:off x="12814386" y="5224265"/>
            <a:ext cx="3854607" cy="3625327"/>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15" name="Google Shape;315;p64"/>
          <p:cNvSpPr txBox="1"/>
          <p:nvPr>
            <p:ph type="title"/>
          </p:nvPr>
        </p:nvSpPr>
        <p:spPr>
          <a:xfrm>
            <a:off x="1293113" y="556453"/>
            <a:ext cx="17517874"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16" name="Google Shape;316;p64"/>
          <p:cNvSpPr/>
          <p:nvPr/>
        </p:nvSpPr>
        <p:spPr>
          <a:xfrm rot="10800000">
            <a:off x="12384639" y="3680622"/>
            <a:ext cx="28364" cy="5174797"/>
          </a:xfrm>
          <a:prstGeom prst="roundRect">
            <a:avLst>
              <a:gd fmla="val 0" name="adj"/>
            </a:avLst>
          </a:prstGeom>
          <a:solidFill>
            <a:srgbClr val="58585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17" name="Google Shape;317;p64"/>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6">
  <p:cSld name="CUSTOM_6">
    <p:spTree>
      <p:nvGrpSpPr>
        <p:cNvPr id="318" name="Shape 318"/>
        <p:cNvGrpSpPr/>
        <p:nvPr/>
      </p:nvGrpSpPr>
      <p:grpSpPr>
        <a:xfrm>
          <a:off x="0" y="0"/>
          <a:ext cx="0" cy="0"/>
          <a:chOff x="0" y="0"/>
          <a:chExt cx="0" cy="0"/>
        </a:xfrm>
      </p:grpSpPr>
      <p:sp>
        <p:nvSpPr>
          <p:cNvPr id="319" name="Google Shape;319;p65"/>
          <p:cNvSpPr/>
          <p:nvPr/>
        </p:nvSpPr>
        <p:spPr>
          <a:xfrm>
            <a:off x="7763405" y="803757"/>
            <a:ext cx="12340806" cy="9701837"/>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20" name="Google Shape;320;p65"/>
          <p:cNvSpPr/>
          <p:nvPr/>
        </p:nvSpPr>
        <p:spPr>
          <a:xfrm>
            <a:off x="8207307" y="809421"/>
            <a:ext cx="10748572" cy="3965693"/>
          </a:xfrm>
          <a:prstGeom prst="roundRect">
            <a:avLst>
              <a:gd fmla="val 0" name="adj"/>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21" name="Google Shape;321;p65"/>
          <p:cNvSpPr/>
          <p:nvPr/>
        </p:nvSpPr>
        <p:spPr>
          <a:xfrm>
            <a:off x="8207307" y="4039573"/>
            <a:ext cx="10748572" cy="3808704"/>
          </a:xfrm>
          <a:prstGeom prst="roundRect">
            <a:avLst>
              <a:gd fmla="val 0" name="adj"/>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22" name="Google Shape;322;p65"/>
          <p:cNvSpPr/>
          <p:nvPr/>
        </p:nvSpPr>
        <p:spPr>
          <a:xfrm>
            <a:off x="8207307" y="7269722"/>
            <a:ext cx="10748572" cy="3230208"/>
          </a:xfrm>
          <a:prstGeom prst="roundRect">
            <a:avLst>
              <a:gd fmla="val 0" name="adj"/>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23" name="Google Shape;323;p65"/>
          <p:cNvSpPr txBox="1"/>
          <p:nvPr>
            <p:ph type="title"/>
          </p:nvPr>
        </p:nvSpPr>
        <p:spPr>
          <a:xfrm>
            <a:off x="1361379" y="934034"/>
            <a:ext cx="5152667" cy="1203167"/>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24" name="Google Shape;324;p65"/>
          <p:cNvSpPr txBox="1"/>
          <p:nvPr>
            <p:ph idx="1" type="body"/>
          </p:nvPr>
        </p:nvSpPr>
        <p:spPr>
          <a:xfrm>
            <a:off x="8429476" y="1036937"/>
            <a:ext cx="10305332" cy="1171504"/>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FFFFFF"/>
              </a:buClr>
              <a:buSzPts val="1600"/>
              <a:buFont typeface="Arial"/>
              <a:buNone/>
              <a:defRPr sz="3518">
                <a:solidFill>
                  <a:srgbClr val="FFFFFF"/>
                </a:solidFill>
              </a:defRPr>
            </a:lvl1pPr>
            <a:lvl2pPr indent="-228600" lvl="1" marL="914400" algn="l">
              <a:lnSpc>
                <a:spcPct val="100000"/>
              </a:lnSpc>
              <a:spcBef>
                <a:spcPts val="0"/>
              </a:spcBef>
              <a:spcAft>
                <a:spcPts val="0"/>
              </a:spcAft>
              <a:buClr>
                <a:srgbClr val="FFFFFF"/>
              </a:buClr>
              <a:buSzPts val="1600"/>
              <a:buFont typeface="Arial"/>
              <a:buNone/>
              <a:defRPr sz="3518">
                <a:solidFill>
                  <a:srgbClr val="FFFFFF"/>
                </a:solidFill>
              </a:defRPr>
            </a:lvl2pPr>
            <a:lvl3pPr indent="-228600" lvl="2" marL="1371600" algn="l">
              <a:lnSpc>
                <a:spcPct val="100000"/>
              </a:lnSpc>
              <a:spcBef>
                <a:spcPts val="0"/>
              </a:spcBef>
              <a:spcAft>
                <a:spcPts val="0"/>
              </a:spcAft>
              <a:buClr>
                <a:srgbClr val="FFFFFF"/>
              </a:buClr>
              <a:buSzPts val="1600"/>
              <a:buFont typeface="Arial"/>
              <a:buNone/>
              <a:defRPr sz="3518">
                <a:solidFill>
                  <a:srgbClr val="FFFFFF"/>
                </a:solidFill>
              </a:defRPr>
            </a:lvl3pPr>
            <a:lvl4pPr indent="-228600" lvl="3" marL="1828800" algn="l">
              <a:lnSpc>
                <a:spcPct val="100000"/>
              </a:lnSpc>
              <a:spcBef>
                <a:spcPts val="0"/>
              </a:spcBef>
              <a:spcAft>
                <a:spcPts val="0"/>
              </a:spcAft>
              <a:buClr>
                <a:srgbClr val="FFFFFF"/>
              </a:buClr>
              <a:buSzPts val="1600"/>
              <a:buFont typeface="Arial"/>
              <a:buNone/>
              <a:defRPr sz="3518">
                <a:solidFill>
                  <a:srgbClr val="FFFFFF"/>
                </a:solidFill>
              </a:defRPr>
            </a:lvl4pPr>
            <a:lvl5pPr indent="-228600" lvl="4" marL="2286000" algn="l">
              <a:lnSpc>
                <a:spcPct val="100000"/>
              </a:lnSpc>
              <a:spcBef>
                <a:spcPts val="0"/>
              </a:spcBef>
              <a:spcAft>
                <a:spcPts val="0"/>
              </a:spcAft>
              <a:buClr>
                <a:srgbClr val="FFFFFF"/>
              </a:buClr>
              <a:buSzPts val="1600"/>
              <a:buFont typeface="Arial"/>
              <a:buNone/>
              <a:defRPr sz="351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5" name="Google Shape;325;p65"/>
          <p:cNvSpPr txBox="1"/>
          <p:nvPr>
            <p:ph idx="2" type="body"/>
          </p:nvPr>
        </p:nvSpPr>
        <p:spPr>
          <a:xfrm>
            <a:off x="8429476" y="2216356"/>
            <a:ext cx="10305332" cy="159894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6" name="Google Shape;326;p65"/>
          <p:cNvSpPr txBox="1"/>
          <p:nvPr>
            <p:ph idx="3" type="body"/>
          </p:nvPr>
        </p:nvSpPr>
        <p:spPr>
          <a:xfrm>
            <a:off x="8429476" y="5445901"/>
            <a:ext cx="10305332" cy="159894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7" name="Google Shape;327;p65"/>
          <p:cNvSpPr txBox="1"/>
          <p:nvPr>
            <p:ph idx="4" type="body"/>
          </p:nvPr>
        </p:nvSpPr>
        <p:spPr>
          <a:xfrm>
            <a:off x="8429476" y="8675448"/>
            <a:ext cx="10305332" cy="159894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8" name="Google Shape;328;p65"/>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7">
  <p:cSld name="CUSTOM_7">
    <p:spTree>
      <p:nvGrpSpPr>
        <p:cNvPr id="329" name="Shape 329"/>
        <p:cNvGrpSpPr/>
        <p:nvPr/>
      </p:nvGrpSpPr>
      <p:grpSpPr>
        <a:xfrm>
          <a:off x="0" y="0"/>
          <a:ext cx="0" cy="0"/>
          <a:chOff x="0" y="0"/>
          <a:chExt cx="0" cy="0"/>
        </a:xfrm>
      </p:grpSpPr>
      <p:grpSp>
        <p:nvGrpSpPr>
          <p:cNvPr id="330" name="Google Shape;330;p66"/>
          <p:cNvGrpSpPr/>
          <p:nvPr/>
        </p:nvGrpSpPr>
        <p:grpSpPr>
          <a:xfrm>
            <a:off x="806961" y="2620692"/>
            <a:ext cx="6248158" cy="1175467"/>
            <a:chOff x="0" y="-1"/>
            <a:chExt cx="2841864" cy="534601"/>
          </a:xfrm>
        </p:grpSpPr>
        <p:sp>
          <p:nvSpPr>
            <p:cNvPr id="331" name="Google Shape;331;p66"/>
            <p:cNvSpPr/>
            <p:nvPr/>
          </p:nvSpPr>
          <p:spPr>
            <a:xfrm rot="-5400000">
              <a:off x="1353600" y="-1154234"/>
              <a:ext cx="134663" cy="2841864"/>
            </a:xfrm>
            <a:prstGeom prst="rect">
              <a:avLst/>
            </a:prstGeom>
            <a:solidFill>
              <a:srgbClr val="FF73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cxnSp>
          <p:nvCxnSpPr>
            <p:cNvPr id="332" name="Google Shape;332;p66"/>
            <p:cNvCxnSpPr/>
            <p:nvPr/>
          </p:nvCxnSpPr>
          <p:spPr>
            <a:xfrm flipH="1">
              <a:off x="611" y="-1"/>
              <a:ext cx="1" cy="534601"/>
            </a:xfrm>
            <a:prstGeom prst="straightConnector1">
              <a:avLst/>
            </a:prstGeom>
            <a:noFill/>
            <a:ln cap="flat" cmpd="sng" w="25400">
              <a:solidFill>
                <a:srgbClr val="FF7300"/>
              </a:solidFill>
              <a:prstDash val="solid"/>
              <a:round/>
              <a:headEnd len="sm" w="sm" type="none"/>
              <a:tailEnd len="sm" w="sm" type="none"/>
            </a:ln>
          </p:spPr>
        </p:cxnSp>
      </p:grpSp>
      <p:grpSp>
        <p:nvGrpSpPr>
          <p:cNvPr id="333" name="Google Shape;333;p66"/>
          <p:cNvGrpSpPr/>
          <p:nvPr/>
        </p:nvGrpSpPr>
        <p:grpSpPr>
          <a:xfrm>
            <a:off x="13155882" y="2620693"/>
            <a:ext cx="6178304" cy="1175464"/>
            <a:chOff x="-1" y="-1"/>
            <a:chExt cx="2810093" cy="534601"/>
          </a:xfrm>
        </p:grpSpPr>
        <p:sp>
          <p:nvSpPr>
            <p:cNvPr id="334" name="Google Shape;334;p66"/>
            <p:cNvSpPr/>
            <p:nvPr/>
          </p:nvSpPr>
          <p:spPr>
            <a:xfrm rot="-5400000">
              <a:off x="1341629" y="-1134429"/>
              <a:ext cx="134663" cy="2802263"/>
            </a:xfrm>
            <a:prstGeom prst="rect">
              <a:avLst/>
            </a:prstGeom>
            <a:solidFill>
              <a:srgbClr val="FFBE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cxnSp>
          <p:nvCxnSpPr>
            <p:cNvPr id="335" name="Google Shape;335;p66"/>
            <p:cNvCxnSpPr/>
            <p:nvPr/>
          </p:nvCxnSpPr>
          <p:spPr>
            <a:xfrm flipH="1">
              <a:off x="-1" y="-1"/>
              <a:ext cx="2" cy="534601"/>
            </a:xfrm>
            <a:prstGeom prst="straightConnector1">
              <a:avLst/>
            </a:prstGeom>
            <a:noFill/>
            <a:ln cap="flat" cmpd="sng" w="25400">
              <a:solidFill>
                <a:srgbClr val="FFBE16"/>
              </a:solidFill>
              <a:prstDash val="solid"/>
              <a:round/>
              <a:headEnd len="sm" w="sm" type="none"/>
              <a:tailEnd len="sm" w="sm" type="none"/>
            </a:ln>
          </p:spPr>
        </p:cxnSp>
      </p:grpSp>
      <p:grpSp>
        <p:nvGrpSpPr>
          <p:cNvPr id="336" name="Google Shape;336;p66"/>
          <p:cNvGrpSpPr/>
          <p:nvPr/>
        </p:nvGrpSpPr>
        <p:grpSpPr>
          <a:xfrm>
            <a:off x="7004173" y="2620747"/>
            <a:ext cx="6144568" cy="1175467"/>
            <a:chOff x="0" y="-1"/>
            <a:chExt cx="2794749" cy="534601"/>
          </a:xfrm>
        </p:grpSpPr>
        <p:sp>
          <p:nvSpPr>
            <p:cNvPr id="337" name="Google Shape;337;p66"/>
            <p:cNvSpPr/>
            <p:nvPr/>
          </p:nvSpPr>
          <p:spPr>
            <a:xfrm rot="-5400000">
              <a:off x="1331011" y="-1129704"/>
              <a:ext cx="134663" cy="2792813"/>
            </a:xfrm>
            <a:prstGeom prst="rect">
              <a:avLst/>
            </a:prstGeom>
            <a:solidFill>
              <a:srgbClr val="FF94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cxnSp>
          <p:nvCxnSpPr>
            <p:cNvPr id="338" name="Google Shape;338;p66"/>
            <p:cNvCxnSpPr/>
            <p:nvPr/>
          </p:nvCxnSpPr>
          <p:spPr>
            <a:xfrm flipH="1">
              <a:off x="0" y="-1"/>
              <a:ext cx="1" cy="534601"/>
            </a:xfrm>
            <a:prstGeom prst="straightConnector1">
              <a:avLst/>
            </a:prstGeom>
            <a:noFill/>
            <a:ln cap="flat" cmpd="sng" w="25400">
              <a:solidFill>
                <a:srgbClr val="FF9416"/>
              </a:solidFill>
              <a:prstDash val="solid"/>
              <a:round/>
              <a:headEnd len="sm" w="sm" type="none"/>
              <a:tailEnd len="sm" w="sm" type="none"/>
            </a:ln>
          </p:spPr>
        </p:cxnSp>
      </p:grpSp>
      <p:sp>
        <p:nvSpPr>
          <p:cNvPr id="339" name="Google Shape;339;p66"/>
          <p:cNvSpPr txBox="1"/>
          <p:nvPr>
            <p:ph idx="1" type="body"/>
          </p:nvPr>
        </p:nvSpPr>
        <p:spPr>
          <a:xfrm>
            <a:off x="807329" y="3656988"/>
            <a:ext cx="5682972" cy="1377309"/>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40" name="Google Shape;340;p66"/>
          <p:cNvSpPr txBox="1"/>
          <p:nvPr>
            <p:ph idx="2" type="body"/>
          </p:nvPr>
        </p:nvSpPr>
        <p:spPr>
          <a:xfrm>
            <a:off x="807329" y="5232181"/>
            <a:ext cx="5682972" cy="5327171"/>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41" name="Google Shape;341;p66"/>
          <p:cNvSpPr txBox="1"/>
          <p:nvPr>
            <p:ph idx="3" type="body"/>
          </p:nvPr>
        </p:nvSpPr>
        <p:spPr>
          <a:xfrm>
            <a:off x="6981029" y="5232181"/>
            <a:ext cx="5682972" cy="5327171"/>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42" name="Google Shape;342;p66"/>
          <p:cNvSpPr txBox="1"/>
          <p:nvPr>
            <p:ph idx="4" type="body"/>
          </p:nvPr>
        </p:nvSpPr>
        <p:spPr>
          <a:xfrm>
            <a:off x="13130986" y="5232181"/>
            <a:ext cx="5682972" cy="5327171"/>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43" name="Google Shape;343;p66"/>
          <p:cNvSpPr txBox="1"/>
          <p:nvPr>
            <p:ph type="title"/>
          </p:nvPr>
        </p:nvSpPr>
        <p:spPr>
          <a:xfrm>
            <a:off x="601538" y="807385"/>
            <a:ext cx="18726894" cy="1203167"/>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44" name="Google Shape;344;p66"/>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8">
  <p:cSld name="CUSTOM_8">
    <p:spTree>
      <p:nvGrpSpPr>
        <p:cNvPr id="345" name="Shape 345"/>
        <p:cNvGrpSpPr/>
        <p:nvPr/>
      </p:nvGrpSpPr>
      <p:grpSpPr>
        <a:xfrm>
          <a:off x="0" y="0"/>
          <a:ext cx="0" cy="0"/>
          <a:chOff x="0" y="0"/>
          <a:chExt cx="0" cy="0"/>
        </a:xfrm>
      </p:grpSpPr>
      <p:sp>
        <p:nvSpPr>
          <p:cNvPr id="346" name="Google Shape;346;p67"/>
          <p:cNvSpPr txBox="1"/>
          <p:nvPr>
            <p:ph type="title"/>
          </p:nvPr>
        </p:nvSpPr>
        <p:spPr>
          <a:xfrm>
            <a:off x="1052693" y="688651"/>
            <a:ext cx="5841274" cy="1259237"/>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cxnSp>
        <p:nvCxnSpPr>
          <p:cNvPr id="347" name="Google Shape;347;p67"/>
          <p:cNvCxnSpPr/>
          <p:nvPr/>
        </p:nvCxnSpPr>
        <p:spPr>
          <a:xfrm flipH="1">
            <a:off x="7663093" y="12203"/>
            <a:ext cx="2" cy="11284944"/>
          </a:xfrm>
          <a:prstGeom prst="straightConnector1">
            <a:avLst/>
          </a:prstGeom>
          <a:noFill/>
          <a:ln cap="flat" cmpd="sng" w="25400">
            <a:solidFill>
              <a:srgbClr val="EEEEEE"/>
            </a:solidFill>
            <a:prstDash val="solid"/>
            <a:round/>
            <a:headEnd len="sm" w="sm" type="none"/>
            <a:tailEnd len="sm" w="sm" type="none"/>
          </a:ln>
        </p:spPr>
      </p:cxnSp>
      <p:sp>
        <p:nvSpPr>
          <p:cNvPr id="348" name="Google Shape;348;p67"/>
          <p:cNvSpPr/>
          <p:nvPr/>
        </p:nvSpPr>
        <p:spPr>
          <a:xfrm>
            <a:off x="7460603" y="1028337"/>
            <a:ext cx="404986" cy="405015"/>
          </a:xfrm>
          <a:prstGeom prst="rect">
            <a:avLst/>
          </a:prstGeom>
          <a:solidFill>
            <a:srgbClr val="FF7300"/>
          </a:solidFill>
          <a:ln cap="flat" cmpd="sng" w="508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49" name="Google Shape;349;p67"/>
          <p:cNvSpPr/>
          <p:nvPr/>
        </p:nvSpPr>
        <p:spPr>
          <a:xfrm>
            <a:off x="7460603" y="4324342"/>
            <a:ext cx="404986" cy="405015"/>
          </a:xfrm>
          <a:prstGeom prst="rect">
            <a:avLst/>
          </a:prstGeom>
          <a:solidFill>
            <a:srgbClr val="FF7300"/>
          </a:solidFill>
          <a:ln cap="flat" cmpd="sng" w="508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50" name="Google Shape;350;p67"/>
          <p:cNvSpPr/>
          <p:nvPr/>
        </p:nvSpPr>
        <p:spPr>
          <a:xfrm>
            <a:off x="7460603" y="7620289"/>
            <a:ext cx="404986" cy="405015"/>
          </a:xfrm>
          <a:prstGeom prst="rect">
            <a:avLst/>
          </a:prstGeom>
          <a:solidFill>
            <a:srgbClr val="FF7300"/>
          </a:solidFill>
          <a:ln cap="flat" cmpd="sng" w="508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51" name="Google Shape;351;p67"/>
          <p:cNvSpPr txBox="1"/>
          <p:nvPr>
            <p:ph idx="1" type="body"/>
          </p:nvPr>
        </p:nvSpPr>
        <p:spPr>
          <a:xfrm>
            <a:off x="8405729" y="823217"/>
            <a:ext cx="10930617" cy="815304"/>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52" name="Google Shape;352;p67"/>
          <p:cNvSpPr txBox="1"/>
          <p:nvPr>
            <p:ph idx="2" type="body"/>
          </p:nvPr>
        </p:nvSpPr>
        <p:spPr>
          <a:xfrm>
            <a:off x="8405729" y="1630602"/>
            <a:ext cx="10930617" cy="2263853"/>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53" name="Google Shape;353;p67"/>
          <p:cNvSpPr txBox="1"/>
          <p:nvPr>
            <p:ph idx="3" type="body"/>
          </p:nvPr>
        </p:nvSpPr>
        <p:spPr>
          <a:xfrm>
            <a:off x="8405729" y="4931390"/>
            <a:ext cx="10930617" cy="2263851"/>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54" name="Google Shape;354;p67"/>
          <p:cNvSpPr txBox="1"/>
          <p:nvPr>
            <p:ph idx="4" type="body"/>
          </p:nvPr>
        </p:nvSpPr>
        <p:spPr>
          <a:xfrm>
            <a:off x="8405729" y="8224260"/>
            <a:ext cx="10930617" cy="2263853"/>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55" name="Google Shape;355;p67"/>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
  <p:cSld name="CUSTOM_9">
    <p:spTree>
      <p:nvGrpSpPr>
        <p:cNvPr id="356" name="Shape 356"/>
        <p:cNvGrpSpPr/>
        <p:nvPr/>
      </p:nvGrpSpPr>
      <p:grpSpPr>
        <a:xfrm>
          <a:off x="0" y="0"/>
          <a:ext cx="0" cy="0"/>
          <a:chOff x="0" y="0"/>
          <a:chExt cx="0" cy="0"/>
        </a:xfrm>
      </p:grpSpPr>
      <p:sp>
        <p:nvSpPr>
          <p:cNvPr id="357" name="Google Shape;357;p68"/>
          <p:cNvSpPr/>
          <p:nvPr/>
        </p:nvSpPr>
        <p:spPr>
          <a:xfrm>
            <a:off x="0" y="0"/>
            <a:ext cx="20104100" cy="3928094"/>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58" name="Google Shape;358;p68"/>
          <p:cNvSpPr/>
          <p:nvPr/>
        </p:nvSpPr>
        <p:spPr>
          <a:xfrm flipH="1" rot="10800000">
            <a:off x="15317765" y="3927977"/>
            <a:ext cx="4786598" cy="205807"/>
          </a:xfrm>
          <a:prstGeom prst="rect">
            <a:avLst/>
          </a:prstGeom>
          <a:solidFill>
            <a:srgbClr val="FF94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59" name="Google Shape;359;p68"/>
          <p:cNvSpPr/>
          <p:nvPr/>
        </p:nvSpPr>
        <p:spPr>
          <a:xfrm flipH="1" rot="10800000">
            <a:off x="10559284" y="3927977"/>
            <a:ext cx="4786598" cy="205807"/>
          </a:xfrm>
          <a:prstGeom prst="rect">
            <a:avLst/>
          </a:prstGeom>
          <a:solidFill>
            <a:srgbClr val="FF73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60" name="Google Shape;360;p68"/>
          <p:cNvSpPr/>
          <p:nvPr/>
        </p:nvSpPr>
        <p:spPr>
          <a:xfrm flipH="1" rot="10800000">
            <a:off x="5800774" y="3927977"/>
            <a:ext cx="4786601" cy="205807"/>
          </a:xfrm>
          <a:prstGeom prst="rect">
            <a:avLst/>
          </a:prstGeom>
          <a:solidFill>
            <a:srgbClr val="FF94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61" name="Google Shape;361;p68"/>
          <p:cNvSpPr/>
          <p:nvPr/>
        </p:nvSpPr>
        <p:spPr>
          <a:xfrm flipH="1" rot="10800000">
            <a:off x="1042268" y="3927977"/>
            <a:ext cx="4786598" cy="205807"/>
          </a:xfrm>
          <a:prstGeom prst="rect">
            <a:avLst/>
          </a:prstGeom>
          <a:solidFill>
            <a:srgbClr val="FF73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62" name="Google Shape;362;p68"/>
          <p:cNvSpPr/>
          <p:nvPr/>
        </p:nvSpPr>
        <p:spPr>
          <a:xfrm flipH="1" rot="10800000">
            <a:off x="822938" y="3810626"/>
            <a:ext cx="466330" cy="440635"/>
          </a:xfrm>
          <a:prstGeom prst="ellipse">
            <a:avLst/>
          </a:prstGeom>
          <a:solidFill>
            <a:srgbClr val="FF73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63" name="Google Shape;363;p68"/>
          <p:cNvSpPr/>
          <p:nvPr/>
        </p:nvSpPr>
        <p:spPr>
          <a:xfrm flipH="1" rot="10800000">
            <a:off x="5581446" y="3810626"/>
            <a:ext cx="466328" cy="440635"/>
          </a:xfrm>
          <a:prstGeom prst="ellipse">
            <a:avLst/>
          </a:prstGeom>
          <a:solidFill>
            <a:srgbClr val="FF94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64" name="Google Shape;364;p68"/>
          <p:cNvSpPr/>
          <p:nvPr/>
        </p:nvSpPr>
        <p:spPr>
          <a:xfrm flipH="1" rot="10800000">
            <a:off x="10339952" y="3810626"/>
            <a:ext cx="466328" cy="440635"/>
          </a:xfrm>
          <a:prstGeom prst="ellipse">
            <a:avLst/>
          </a:prstGeom>
          <a:solidFill>
            <a:srgbClr val="FF73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65" name="Google Shape;365;p68"/>
          <p:cNvSpPr/>
          <p:nvPr/>
        </p:nvSpPr>
        <p:spPr>
          <a:xfrm flipH="1" rot="10800000">
            <a:off x="15098461" y="3810626"/>
            <a:ext cx="466328" cy="440635"/>
          </a:xfrm>
          <a:prstGeom prst="ellipse">
            <a:avLst/>
          </a:prstGeom>
          <a:solidFill>
            <a:srgbClr val="FF941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66" name="Google Shape;366;p68"/>
          <p:cNvSpPr txBox="1"/>
          <p:nvPr>
            <p:ph type="title"/>
          </p:nvPr>
        </p:nvSpPr>
        <p:spPr>
          <a:xfrm>
            <a:off x="807329" y="1496039"/>
            <a:ext cx="18497357" cy="1203167"/>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FFFFFF"/>
              </a:buClr>
              <a:buSzPts val="2000"/>
              <a:buFont typeface="Arial"/>
              <a:buNone/>
              <a:defRPr sz="4397">
                <a:solidFill>
                  <a:srgbClr val="FFFFFF"/>
                </a:solidFill>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67" name="Google Shape;367;p68"/>
          <p:cNvSpPr txBox="1"/>
          <p:nvPr>
            <p:ph idx="1" type="body"/>
          </p:nvPr>
        </p:nvSpPr>
        <p:spPr>
          <a:xfrm>
            <a:off x="823159" y="4485095"/>
            <a:ext cx="4147462" cy="1203167"/>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68" name="Google Shape;368;p68"/>
          <p:cNvSpPr txBox="1"/>
          <p:nvPr>
            <p:ph idx="2" type="body"/>
          </p:nvPr>
        </p:nvSpPr>
        <p:spPr>
          <a:xfrm>
            <a:off x="823160" y="6039567"/>
            <a:ext cx="4147460" cy="4472293"/>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69" name="Google Shape;369;p68"/>
          <p:cNvSpPr txBox="1"/>
          <p:nvPr>
            <p:ph idx="3" type="body"/>
          </p:nvPr>
        </p:nvSpPr>
        <p:spPr>
          <a:xfrm>
            <a:off x="5580074" y="6039567"/>
            <a:ext cx="4147462" cy="4472293"/>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70" name="Google Shape;370;p68"/>
          <p:cNvSpPr txBox="1"/>
          <p:nvPr>
            <p:ph idx="4" type="body"/>
          </p:nvPr>
        </p:nvSpPr>
        <p:spPr>
          <a:xfrm>
            <a:off x="10336989" y="6039567"/>
            <a:ext cx="4147462" cy="4472293"/>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71" name="Google Shape;371;p68"/>
          <p:cNvSpPr txBox="1"/>
          <p:nvPr>
            <p:ph idx="5" type="body"/>
          </p:nvPr>
        </p:nvSpPr>
        <p:spPr>
          <a:xfrm>
            <a:off x="15093906" y="6039567"/>
            <a:ext cx="4147462" cy="4472293"/>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72" name="Google Shape;372;p68"/>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0">
  <p:cSld name="CUSTOM_10">
    <p:spTree>
      <p:nvGrpSpPr>
        <p:cNvPr id="373" name="Shape 373"/>
        <p:cNvGrpSpPr/>
        <p:nvPr/>
      </p:nvGrpSpPr>
      <p:grpSpPr>
        <a:xfrm>
          <a:off x="0" y="0"/>
          <a:ext cx="0" cy="0"/>
          <a:chOff x="0" y="0"/>
          <a:chExt cx="0" cy="0"/>
        </a:xfrm>
      </p:grpSpPr>
      <p:sp>
        <p:nvSpPr>
          <p:cNvPr id="374" name="Google Shape;374;p69"/>
          <p:cNvSpPr/>
          <p:nvPr/>
        </p:nvSpPr>
        <p:spPr>
          <a:xfrm>
            <a:off x="13412" y="-29796"/>
            <a:ext cx="12539998" cy="8720968"/>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75" name="Google Shape;375;p69"/>
          <p:cNvSpPr/>
          <p:nvPr/>
        </p:nvSpPr>
        <p:spPr>
          <a:xfrm>
            <a:off x="2920087" y="2128185"/>
            <a:ext cx="4865748" cy="7277694"/>
          </a:xfrm>
          <a:prstGeom prst="roundRect">
            <a:avLst>
              <a:gd fmla="val 0" name="adj"/>
            </a:avLst>
          </a:prstGeom>
          <a:solidFill>
            <a:srgbClr val="FFFFFF"/>
          </a:solidFill>
          <a:ln cap="flat" cmpd="sng" w="25400">
            <a:solidFill>
              <a:srgbClr val="FF730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76" name="Google Shape;376;p69"/>
          <p:cNvSpPr/>
          <p:nvPr/>
        </p:nvSpPr>
        <p:spPr>
          <a:xfrm>
            <a:off x="8143771" y="2128185"/>
            <a:ext cx="4865748" cy="7277694"/>
          </a:xfrm>
          <a:prstGeom prst="roundRect">
            <a:avLst>
              <a:gd fmla="val 0" name="adj"/>
            </a:avLst>
          </a:prstGeom>
          <a:solidFill>
            <a:srgbClr val="FFFFFF"/>
          </a:solidFill>
          <a:ln cap="flat" cmpd="sng" w="25400">
            <a:solidFill>
              <a:srgbClr val="FF941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77" name="Google Shape;377;p69"/>
          <p:cNvSpPr/>
          <p:nvPr/>
        </p:nvSpPr>
        <p:spPr>
          <a:xfrm>
            <a:off x="2920060" y="1886100"/>
            <a:ext cx="4865748" cy="242086"/>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78" name="Google Shape;378;p69"/>
          <p:cNvSpPr/>
          <p:nvPr/>
        </p:nvSpPr>
        <p:spPr>
          <a:xfrm>
            <a:off x="2923220" y="9405781"/>
            <a:ext cx="4865748" cy="251981"/>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79" name="Google Shape;379;p69"/>
          <p:cNvSpPr/>
          <p:nvPr/>
        </p:nvSpPr>
        <p:spPr>
          <a:xfrm>
            <a:off x="8142173" y="1886100"/>
            <a:ext cx="4865748" cy="242086"/>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80" name="Google Shape;380;p69"/>
          <p:cNvSpPr/>
          <p:nvPr/>
        </p:nvSpPr>
        <p:spPr>
          <a:xfrm>
            <a:off x="8145310" y="9405781"/>
            <a:ext cx="4865748" cy="251981"/>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81" name="Google Shape;381;p69"/>
          <p:cNvSpPr/>
          <p:nvPr>
            <p:ph idx="2" type="pic"/>
          </p:nvPr>
        </p:nvSpPr>
        <p:spPr>
          <a:xfrm>
            <a:off x="3379703" y="2493398"/>
            <a:ext cx="3949589" cy="3949867"/>
          </a:xfrm>
          <a:prstGeom prst="rect">
            <a:avLst/>
          </a:prstGeom>
          <a:noFill/>
          <a:ln>
            <a:noFill/>
          </a:ln>
        </p:spPr>
      </p:sp>
      <p:sp>
        <p:nvSpPr>
          <p:cNvPr id="382" name="Google Shape;382;p69"/>
          <p:cNvSpPr txBox="1"/>
          <p:nvPr>
            <p:ph idx="1" type="body"/>
          </p:nvPr>
        </p:nvSpPr>
        <p:spPr>
          <a:xfrm>
            <a:off x="3379703" y="6775717"/>
            <a:ext cx="3949589" cy="886544"/>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83" name="Google Shape;383;p69"/>
          <p:cNvSpPr txBox="1"/>
          <p:nvPr>
            <p:ph idx="3" type="body"/>
          </p:nvPr>
        </p:nvSpPr>
        <p:spPr>
          <a:xfrm>
            <a:off x="3379703" y="7804739"/>
            <a:ext cx="3949589" cy="88654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84" name="Google Shape;384;p69"/>
          <p:cNvSpPr/>
          <p:nvPr>
            <p:ph idx="4" type="pic"/>
          </p:nvPr>
        </p:nvSpPr>
        <p:spPr>
          <a:xfrm>
            <a:off x="8603604" y="2493398"/>
            <a:ext cx="3949587" cy="3949867"/>
          </a:xfrm>
          <a:prstGeom prst="rect">
            <a:avLst/>
          </a:prstGeom>
          <a:noFill/>
          <a:ln>
            <a:noFill/>
          </a:ln>
        </p:spPr>
      </p:sp>
      <p:sp>
        <p:nvSpPr>
          <p:cNvPr id="385" name="Google Shape;385;p69"/>
          <p:cNvSpPr txBox="1"/>
          <p:nvPr>
            <p:ph idx="5" type="body"/>
          </p:nvPr>
        </p:nvSpPr>
        <p:spPr>
          <a:xfrm>
            <a:off x="8603604" y="7804739"/>
            <a:ext cx="3949587" cy="88654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86" name="Google Shape;386;p69"/>
          <p:cNvSpPr txBox="1"/>
          <p:nvPr>
            <p:ph type="title"/>
          </p:nvPr>
        </p:nvSpPr>
        <p:spPr>
          <a:xfrm>
            <a:off x="13415925" y="2129283"/>
            <a:ext cx="5809610" cy="1203167"/>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87" name="Google Shape;387;p69"/>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
  <p:cSld name="CUSTOM_11">
    <p:spTree>
      <p:nvGrpSpPr>
        <p:cNvPr id="388" name="Shape 388"/>
        <p:cNvGrpSpPr/>
        <p:nvPr/>
      </p:nvGrpSpPr>
      <p:grpSpPr>
        <a:xfrm>
          <a:off x="0" y="0"/>
          <a:ext cx="0" cy="0"/>
          <a:chOff x="0" y="0"/>
          <a:chExt cx="0" cy="0"/>
        </a:xfrm>
      </p:grpSpPr>
      <p:sp>
        <p:nvSpPr>
          <p:cNvPr id="389" name="Google Shape;389;p70"/>
          <p:cNvSpPr txBox="1"/>
          <p:nvPr>
            <p:ph type="title"/>
          </p:nvPr>
        </p:nvSpPr>
        <p:spPr>
          <a:xfrm>
            <a:off x="3126425" y="799470"/>
            <a:ext cx="13851250" cy="1203167"/>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390" name="Google Shape;390;p70"/>
          <p:cNvSpPr/>
          <p:nvPr/>
        </p:nvSpPr>
        <p:spPr>
          <a:xfrm>
            <a:off x="2045532" y="4240153"/>
            <a:ext cx="7777149" cy="4699863"/>
          </a:xfrm>
          <a:prstGeom prst="roundRect">
            <a:avLst>
              <a:gd fmla="val 0" name="adj"/>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91" name="Google Shape;391;p70"/>
          <p:cNvSpPr/>
          <p:nvPr/>
        </p:nvSpPr>
        <p:spPr>
          <a:xfrm>
            <a:off x="10281474" y="4240153"/>
            <a:ext cx="7777149" cy="4699863"/>
          </a:xfrm>
          <a:prstGeom prst="roundRect">
            <a:avLst>
              <a:gd fmla="val 0" name="adj"/>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92" name="Google Shape;392;p70"/>
          <p:cNvSpPr/>
          <p:nvPr>
            <p:ph idx="2" type="pic"/>
          </p:nvPr>
        </p:nvSpPr>
        <p:spPr>
          <a:xfrm>
            <a:off x="2556544" y="2833770"/>
            <a:ext cx="3308472" cy="3308704"/>
          </a:xfrm>
          <a:prstGeom prst="rect">
            <a:avLst/>
          </a:prstGeom>
          <a:noFill/>
          <a:ln>
            <a:noFill/>
          </a:ln>
        </p:spPr>
      </p:sp>
      <p:sp>
        <p:nvSpPr>
          <p:cNvPr id="393" name="Google Shape;393;p70"/>
          <p:cNvSpPr/>
          <p:nvPr/>
        </p:nvSpPr>
        <p:spPr>
          <a:xfrm>
            <a:off x="2556543" y="2673863"/>
            <a:ext cx="3309794" cy="158973"/>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94" name="Google Shape;394;p70"/>
          <p:cNvSpPr txBox="1"/>
          <p:nvPr>
            <p:ph idx="1" type="body"/>
          </p:nvPr>
        </p:nvSpPr>
        <p:spPr>
          <a:xfrm>
            <a:off x="2556544" y="6277035"/>
            <a:ext cx="6759412" cy="886544"/>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FFFFFF"/>
              </a:buClr>
              <a:buSzPts val="1400"/>
              <a:buFont typeface="Arial"/>
              <a:buNone/>
              <a:defRPr sz="3078">
                <a:solidFill>
                  <a:srgbClr val="FFFFFF"/>
                </a:solidFill>
              </a:defRPr>
            </a:lvl1pPr>
            <a:lvl2pPr indent="-228600" lvl="1" marL="914400" algn="l">
              <a:lnSpc>
                <a:spcPct val="100000"/>
              </a:lnSpc>
              <a:spcBef>
                <a:spcPts val="0"/>
              </a:spcBef>
              <a:spcAft>
                <a:spcPts val="0"/>
              </a:spcAft>
              <a:buClr>
                <a:srgbClr val="FFFFFF"/>
              </a:buClr>
              <a:buSzPts val="1400"/>
              <a:buFont typeface="Arial"/>
              <a:buNone/>
              <a:defRPr sz="3078">
                <a:solidFill>
                  <a:srgbClr val="FFFFFF"/>
                </a:solidFill>
              </a:defRPr>
            </a:lvl2pPr>
            <a:lvl3pPr indent="-228600" lvl="2" marL="1371600" algn="l">
              <a:lnSpc>
                <a:spcPct val="100000"/>
              </a:lnSpc>
              <a:spcBef>
                <a:spcPts val="0"/>
              </a:spcBef>
              <a:spcAft>
                <a:spcPts val="0"/>
              </a:spcAft>
              <a:buClr>
                <a:srgbClr val="FFFFFF"/>
              </a:buClr>
              <a:buSzPts val="1400"/>
              <a:buFont typeface="Arial"/>
              <a:buNone/>
              <a:defRPr sz="3078">
                <a:solidFill>
                  <a:srgbClr val="FFFFFF"/>
                </a:solidFill>
              </a:defRPr>
            </a:lvl3pPr>
            <a:lvl4pPr indent="-228600" lvl="3" marL="1828800" algn="l">
              <a:lnSpc>
                <a:spcPct val="100000"/>
              </a:lnSpc>
              <a:spcBef>
                <a:spcPts val="0"/>
              </a:spcBef>
              <a:spcAft>
                <a:spcPts val="0"/>
              </a:spcAft>
              <a:buClr>
                <a:srgbClr val="FFFFFF"/>
              </a:buClr>
              <a:buSzPts val="1400"/>
              <a:buFont typeface="Arial"/>
              <a:buNone/>
              <a:defRPr sz="3078">
                <a:solidFill>
                  <a:srgbClr val="FFFFFF"/>
                </a:solidFill>
              </a:defRPr>
            </a:lvl4pPr>
            <a:lvl5pPr indent="-228600" lvl="4" marL="2286000" algn="l">
              <a:lnSpc>
                <a:spcPct val="100000"/>
              </a:lnSpc>
              <a:spcBef>
                <a:spcPts val="0"/>
              </a:spcBef>
              <a:spcAft>
                <a:spcPts val="0"/>
              </a:spcAft>
              <a:buClr>
                <a:srgbClr val="FFFFFF"/>
              </a:buClr>
              <a:buSzPts val="1400"/>
              <a:buFont typeface="Arial"/>
              <a:buNone/>
              <a:defRPr sz="307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95" name="Google Shape;395;p70"/>
          <p:cNvSpPr txBox="1"/>
          <p:nvPr>
            <p:ph idx="3" type="body"/>
          </p:nvPr>
        </p:nvSpPr>
        <p:spPr>
          <a:xfrm>
            <a:off x="2556544" y="7306057"/>
            <a:ext cx="6759412" cy="88654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96" name="Google Shape;396;p70"/>
          <p:cNvSpPr/>
          <p:nvPr>
            <p:ph idx="4" type="pic"/>
          </p:nvPr>
        </p:nvSpPr>
        <p:spPr>
          <a:xfrm>
            <a:off x="10827721" y="2835362"/>
            <a:ext cx="3308472" cy="3308704"/>
          </a:xfrm>
          <a:prstGeom prst="rect">
            <a:avLst/>
          </a:prstGeom>
          <a:noFill/>
          <a:ln>
            <a:noFill/>
          </a:ln>
        </p:spPr>
      </p:sp>
      <p:sp>
        <p:nvSpPr>
          <p:cNvPr id="397" name="Google Shape;397;p70"/>
          <p:cNvSpPr/>
          <p:nvPr/>
        </p:nvSpPr>
        <p:spPr>
          <a:xfrm>
            <a:off x="10827721" y="2675457"/>
            <a:ext cx="3309791" cy="158973"/>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398" name="Google Shape;398;p70"/>
          <p:cNvSpPr txBox="1"/>
          <p:nvPr>
            <p:ph idx="5" type="body"/>
          </p:nvPr>
        </p:nvSpPr>
        <p:spPr>
          <a:xfrm>
            <a:off x="10827721" y="7307653"/>
            <a:ext cx="6759412" cy="88654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99" name="Google Shape;399;p70"/>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2">
  <p:cSld name="CUSTOM_12">
    <p:spTree>
      <p:nvGrpSpPr>
        <p:cNvPr id="400" name="Shape 400"/>
        <p:cNvGrpSpPr/>
        <p:nvPr/>
      </p:nvGrpSpPr>
      <p:grpSpPr>
        <a:xfrm>
          <a:off x="0" y="0"/>
          <a:ext cx="0" cy="0"/>
          <a:chOff x="0" y="0"/>
          <a:chExt cx="0" cy="0"/>
        </a:xfrm>
      </p:grpSpPr>
      <p:sp>
        <p:nvSpPr>
          <p:cNvPr id="401" name="Google Shape;401;p71"/>
          <p:cNvSpPr/>
          <p:nvPr/>
        </p:nvSpPr>
        <p:spPr>
          <a:xfrm>
            <a:off x="7183633" y="3488175"/>
            <a:ext cx="5773335" cy="779025"/>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02" name="Google Shape;402;p71"/>
          <p:cNvSpPr/>
          <p:nvPr/>
        </p:nvSpPr>
        <p:spPr>
          <a:xfrm>
            <a:off x="938039" y="3488736"/>
            <a:ext cx="5773335" cy="779025"/>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03" name="Google Shape;403;p71"/>
          <p:cNvSpPr/>
          <p:nvPr/>
        </p:nvSpPr>
        <p:spPr>
          <a:xfrm rot="5400000">
            <a:off x="2064812" y="-1156569"/>
            <a:ext cx="3519784" cy="5773335"/>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04" name="Google Shape;404;p71"/>
          <p:cNvSpPr/>
          <p:nvPr/>
        </p:nvSpPr>
        <p:spPr>
          <a:xfrm rot="5400000">
            <a:off x="8320574" y="-1151459"/>
            <a:ext cx="3505934" cy="5773335"/>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05" name="Google Shape;405;p71"/>
          <p:cNvSpPr/>
          <p:nvPr/>
        </p:nvSpPr>
        <p:spPr>
          <a:xfrm rot="5400000">
            <a:off x="3434862" y="8032951"/>
            <a:ext cx="779684" cy="5773335"/>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06" name="Google Shape;406;p71"/>
          <p:cNvSpPr/>
          <p:nvPr/>
        </p:nvSpPr>
        <p:spPr>
          <a:xfrm rot="5400000">
            <a:off x="9683699" y="8032951"/>
            <a:ext cx="779684" cy="5773335"/>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07" name="Google Shape;407;p71"/>
          <p:cNvSpPr/>
          <p:nvPr>
            <p:ph idx="2" type="pic"/>
          </p:nvPr>
        </p:nvSpPr>
        <p:spPr>
          <a:xfrm>
            <a:off x="1875854" y="2105537"/>
            <a:ext cx="3902097" cy="3902371"/>
          </a:xfrm>
          <a:prstGeom prst="rect">
            <a:avLst/>
          </a:prstGeom>
          <a:noFill/>
          <a:ln>
            <a:noFill/>
          </a:ln>
        </p:spPr>
      </p:sp>
      <p:sp>
        <p:nvSpPr>
          <p:cNvPr id="408" name="Google Shape;408;p71"/>
          <p:cNvSpPr txBox="1"/>
          <p:nvPr>
            <p:ph idx="1" type="body"/>
          </p:nvPr>
        </p:nvSpPr>
        <p:spPr>
          <a:xfrm>
            <a:off x="1131846" y="6684853"/>
            <a:ext cx="5176412" cy="1100264"/>
          </a:xfrm>
          <a:prstGeom prst="rect">
            <a:avLst/>
          </a:prstGeom>
          <a:noFill/>
          <a:ln>
            <a:noFill/>
          </a:ln>
        </p:spPr>
        <p:txBody>
          <a:bodyPr anchorCtr="0" anchor="t" bIns="91400" lIns="91400" spcFirstLastPara="1" rIns="91400" wrap="square" tIns="91400">
            <a:normAutofit/>
          </a:bodyPr>
          <a:lstStyle>
            <a:lvl1pPr indent="-228600" lvl="0" marL="457200" algn="ctr">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ctr">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ctr">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ctr">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ctr">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09" name="Google Shape;409;p71"/>
          <p:cNvSpPr txBox="1"/>
          <p:nvPr>
            <p:ph idx="3" type="body"/>
          </p:nvPr>
        </p:nvSpPr>
        <p:spPr>
          <a:xfrm>
            <a:off x="1131843" y="7959256"/>
            <a:ext cx="5176414" cy="11002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10" name="Google Shape;410;p71"/>
          <p:cNvSpPr/>
          <p:nvPr>
            <p:ph idx="4" type="pic"/>
          </p:nvPr>
        </p:nvSpPr>
        <p:spPr>
          <a:xfrm>
            <a:off x="8231601" y="2105537"/>
            <a:ext cx="3902097" cy="3902371"/>
          </a:xfrm>
          <a:prstGeom prst="rect">
            <a:avLst/>
          </a:prstGeom>
          <a:noFill/>
          <a:ln>
            <a:noFill/>
          </a:ln>
        </p:spPr>
      </p:sp>
      <p:sp>
        <p:nvSpPr>
          <p:cNvPr id="411" name="Google Shape;411;p71"/>
          <p:cNvSpPr txBox="1"/>
          <p:nvPr>
            <p:ph idx="5" type="body"/>
          </p:nvPr>
        </p:nvSpPr>
        <p:spPr>
          <a:xfrm>
            <a:off x="7487589" y="7959256"/>
            <a:ext cx="5176412" cy="11002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12" name="Google Shape;412;p71"/>
          <p:cNvSpPr txBox="1"/>
          <p:nvPr>
            <p:ph type="title"/>
          </p:nvPr>
        </p:nvSpPr>
        <p:spPr>
          <a:xfrm>
            <a:off x="13692951" y="2374665"/>
            <a:ext cx="5706717" cy="1203167"/>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13" name="Google Shape;413;p71"/>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3">
  <p:cSld name="CUSTOM_13">
    <p:spTree>
      <p:nvGrpSpPr>
        <p:cNvPr id="414" name="Shape 414"/>
        <p:cNvGrpSpPr/>
        <p:nvPr/>
      </p:nvGrpSpPr>
      <p:grpSpPr>
        <a:xfrm>
          <a:off x="0" y="0"/>
          <a:ext cx="0" cy="0"/>
          <a:chOff x="0" y="0"/>
          <a:chExt cx="0" cy="0"/>
        </a:xfrm>
      </p:grpSpPr>
      <p:sp>
        <p:nvSpPr>
          <p:cNvPr id="415" name="Google Shape;415;p72"/>
          <p:cNvSpPr txBox="1"/>
          <p:nvPr>
            <p:ph type="title"/>
          </p:nvPr>
        </p:nvSpPr>
        <p:spPr>
          <a:xfrm>
            <a:off x="2137049" y="1329814"/>
            <a:ext cx="15837917"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16" name="Google Shape;416;p72"/>
          <p:cNvSpPr/>
          <p:nvPr/>
        </p:nvSpPr>
        <p:spPr>
          <a:xfrm rot="5400000">
            <a:off x="204939" y="4114531"/>
            <a:ext cx="7057380" cy="5773335"/>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17" name="Google Shape;417;p72"/>
          <p:cNvSpPr/>
          <p:nvPr/>
        </p:nvSpPr>
        <p:spPr>
          <a:xfrm rot="5400000">
            <a:off x="3592797" y="8276577"/>
            <a:ext cx="281664" cy="5783888"/>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18" name="Google Shape;418;p72"/>
          <p:cNvSpPr/>
          <p:nvPr/>
        </p:nvSpPr>
        <p:spPr>
          <a:xfrm rot="5400000">
            <a:off x="6523362" y="4114531"/>
            <a:ext cx="7057380" cy="5773335"/>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19" name="Google Shape;419;p72"/>
          <p:cNvSpPr/>
          <p:nvPr/>
        </p:nvSpPr>
        <p:spPr>
          <a:xfrm rot="5400000">
            <a:off x="9911220" y="8276577"/>
            <a:ext cx="281664" cy="5783888"/>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20" name="Google Shape;420;p72"/>
          <p:cNvSpPr/>
          <p:nvPr/>
        </p:nvSpPr>
        <p:spPr>
          <a:xfrm rot="5400000">
            <a:off x="12841784" y="4114531"/>
            <a:ext cx="7057380" cy="5773335"/>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21" name="Google Shape;421;p72"/>
          <p:cNvSpPr/>
          <p:nvPr/>
        </p:nvSpPr>
        <p:spPr>
          <a:xfrm rot="5400000">
            <a:off x="16229644" y="8276577"/>
            <a:ext cx="281664" cy="5783888"/>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22" name="Google Shape;422;p72"/>
          <p:cNvSpPr/>
          <p:nvPr>
            <p:ph idx="2" type="pic"/>
          </p:nvPr>
        </p:nvSpPr>
        <p:spPr>
          <a:xfrm>
            <a:off x="1480103" y="4258567"/>
            <a:ext cx="2801914" cy="2802111"/>
          </a:xfrm>
          <a:prstGeom prst="rect">
            <a:avLst/>
          </a:prstGeom>
          <a:noFill/>
          <a:ln>
            <a:noFill/>
          </a:ln>
        </p:spPr>
      </p:sp>
      <p:sp>
        <p:nvSpPr>
          <p:cNvPr id="423" name="Google Shape;423;p72"/>
          <p:cNvSpPr/>
          <p:nvPr/>
        </p:nvSpPr>
        <p:spPr>
          <a:xfrm rot="5400000">
            <a:off x="3408740" y="5566620"/>
            <a:ext cx="2782320" cy="176111"/>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24" name="Google Shape;424;p72"/>
          <p:cNvSpPr txBox="1"/>
          <p:nvPr>
            <p:ph idx="1" type="body"/>
          </p:nvPr>
        </p:nvSpPr>
        <p:spPr>
          <a:xfrm>
            <a:off x="1305974" y="7722890"/>
            <a:ext cx="4851897" cy="965700"/>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FFFFFF"/>
              </a:buClr>
              <a:buSzPts val="1400"/>
              <a:buFont typeface="Arial"/>
              <a:buNone/>
              <a:defRPr sz="3078">
                <a:solidFill>
                  <a:srgbClr val="FFFFFF"/>
                </a:solidFill>
              </a:defRPr>
            </a:lvl1pPr>
            <a:lvl2pPr indent="-228600" lvl="1" marL="914400" algn="l">
              <a:lnSpc>
                <a:spcPct val="100000"/>
              </a:lnSpc>
              <a:spcBef>
                <a:spcPts val="0"/>
              </a:spcBef>
              <a:spcAft>
                <a:spcPts val="0"/>
              </a:spcAft>
              <a:buClr>
                <a:srgbClr val="FFFFFF"/>
              </a:buClr>
              <a:buSzPts val="1400"/>
              <a:buFont typeface="Arial"/>
              <a:buNone/>
              <a:defRPr sz="3078">
                <a:solidFill>
                  <a:srgbClr val="FFFFFF"/>
                </a:solidFill>
              </a:defRPr>
            </a:lvl2pPr>
            <a:lvl3pPr indent="-228600" lvl="2" marL="1371600" algn="l">
              <a:lnSpc>
                <a:spcPct val="100000"/>
              </a:lnSpc>
              <a:spcBef>
                <a:spcPts val="0"/>
              </a:spcBef>
              <a:spcAft>
                <a:spcPts val="0"/>
              </a:spcAft>
              <a:buClr>
                <a:srgbClr val="FFFFFF"/>
              </a:buClr>
              <a:buSzPts val="1400"/>
              <a:buFont typeface="Arial"/>
              <a:buNone/>
              <a:defRPr sz="3078">
                <a:solidFill>
                  <a:srgbClr val="FFFFFF"/>
                </a:solidFill>
              </a:defRPr>
            </a:lvl3pPr>
            <a:lvl4pPr indent="-228600" lvl="3" marL="1828800" algn="l">
              <a:lnSpc>
                <a:spcPct val="100000"/>
              </a:lnSpc>
              <a:spcBef>
                <a:spcPts val="0"/>
              </a:spcBef>
              <a:spcAft>
                <a:spcPts val="0"/>
              </a:spcAft>
              <a:buClr>
                <a:srgbClr val="FFFFFF"/>
              </a:buClr>
              <a:buSzPts val="1400"/>
              <a:buFont typeface="Arial"/>
              <a:buNone/>
              <a:defRPr sz="3078">
                <a:solidFill>
                  <a:srgbClr val="FFFFFF"/>
                </a:solidFill>
              </a:defRPr>
            </a:lvl4pPr>
            <a:lvl5pPr indent="-228600" lvl="4" marL="2286000" algn="l">
              <a:lnSpc>
                <a:spcPct val="100000"/>
              </a:lnSpc>
              <a:spcBef>
                <a:spcPts val="0"/>
              </a:spcBef>
              <a:spcAft>
                <a:spcPts val="0"/>
              </a:spcAft>
              <a:buClr>
                <a:srgbClr val="FFFFFF"/>
              </a:buClr>
              <a:buSzPts val="1400"/>
              <a:buFont typeface="Arial"/>
              <a:buNone/>
              <a:defRPr sz="307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25" name="Google Shape;425;p72"/>
          <p:cNvSpPr txBox="1"/>
          <p:nvPr>
            <p:ph idx="3" type="body"/>
          </p:nvPr>
        </p:nvSpPr>
        <p:spPr>
          <a:xfrm>
            <a:off x="1305974" y="8680670"/>
            <a:ext cx="4851897" cy="1147758"/>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26" name="Google Shape;426;p72"/>
          <p:cNvSpPr/>
          <p:nvPr>
            <p:ph idx="4" type="pic"/>
          </p:nvPr>
        </p:nvSpPr>
        <p:spPr>
          <a:xfrm>
            <a:off x="7804191" y="4250654"/>
            <a:ext cx="2801912" cy="2802109"/>
          </a:xfrm>
          <a:prstGeom prst="rect">
            <a:avLst/>
          </a:prstGeom>
          <a:noFill/>
          <a:ln>
            <a:noFill/>
          </a:ln>
        </p:spPr>
      </p:sp>
      <p:sp>
        <p:nvSpPr>
          <p:cNvPr id="427" name="Google Shape;427;p72"/>
          <p:cNvSpPr/>
          <p:nvPr/>
        </p:nvSpPr>
        <p:spPr>
          <a:xfrm rot="5400000">
            <a:off x="9732823" y="5558704"/>
            <a:ext cx="2782320" cy="176111"/>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28" name="Google Shape;428;p72"/>
          <p:cNvSpPr txBox="1"/>
          <p:nvPr>
            <p:ph idx="5" type="body"/>
          </p:nvPr>
        </p:nvSpPr>
        <p:spPr>
          <a:xfrm>
            <a:off x="7630061" y="8672756"/>
            <a:ext cx="4851897" cy="1147758"/>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29" name="Google Shape;429;p72"/>
          <p:cNvSpPr/>
          <p:nvPr>
            <p:ph idx="6" type="pic"/>
          </p:nvPr>
        </p:nvSpPr>
        <p:spPr>
          <a:xfrm>
            <a:off x="14120359" y="4258567"/>
            <a:ext cx="2801912" cy="2802111"/>
          </a:xfrm>
          <a:prstGeom prst="rect">
            <a:avLst/>
          </a:prstGeom>
          <a:noFill/>
          <a:ln>
            <a:noFill/>
          </a:ln>
        </p:spPr>
      </p:sp>
      <p:sp>
        <p:nvSpPr>
          <p:cNvPr id="430" name="Google Shape;430;p72"/>
          <p:cNvSpPr/>
          <p:nvPr/>
        </p:nvSpPr>
        <p:spPr>
          <a:xfrm rot="5400000">
            <a:off x="16048993" y="5566620"/>
            <a:ext cx="2782320" cy="176111"/>
          </a:xfrm>
          <a:prstGeom prst="rect">
            <a:avLst/>
          </a:prstGeom>
          <a:solidFill>
            <a:srgbClr val="FFBE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31" name="Google Shape;431;p72"/>
          <p:cNvSpPr txBox="1"/>
          <p:nvPr>
            <p:ph idx="7" type="body"/>
          </p:nvPr>
        </p:nvSpPr>
        <p:spPr>
          <a:xfrm>
            <a:off x="13946231" y="8680670"/>
            <a:ext cx="4851897" cy="1147758"/>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32" name="Google Shape;432;p72"/>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4">
  <p:cSld name="CUSTOM_14">
    <p:spTree>
      <p:nvGrpSpPr>
        <p:cNvPr id="433" name="Shape 433"/>
        <p:cNvGrpSpPr/>
        <p:nvPr/>
      </p:nvGrpSpPr>
      <p:grpSpPr>
        <a:xfrm>
          <a:off x="0" y="0"/>
          <a:ext cx="0" cy="0"/>
          <a:chOff x="0" y="0"/>
          <a:chExt cx="0" cy="0"/>
        </a:xfrm>
      </p:grpSpPr>
      <p:sp>
        <p:nvSpPr>
          <p:cNvPr id="434" name="Google Shape;434;p73"/>
          <p:cNvSpPr/>
          <p:nvPr/>
        </p:nvSpPr>
        <p:spPr>
          <a:xfrm>
            <a:off x="-2" y="0"/>
            <a:ext cx="6189534" cy="11311989"/>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35" name="Google Shape;435;p73"/>
          <p:cNvSpPr txBox="1"/>
          <p:nvPr>
            <p:ph type="title"/>
          </p:nvPr>
        </p:nvSpPr>
        <p:spPr>
          <a:xfrm>
            <a:off x="530306" y="3299961"/>
            <a:ext cx="5128922" cy="1693931"/>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FFFFFF"/>
              </a:buClr>
              <a:buSzPts val="2000"/>
              <a:buFont typeface="Arial"/>
              <a:buNone/>
              <a:defRPr sz="4397">
                <a:solidFill>
                  <a:srgbClr val="FFFFFF"/>
                </a:solidFill>
              </a:defRPr>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36" name="Google Shape;436;p73"/>
          <p:cNvSpPr/>
          <p:nvPr>
            <p:ph idx="2" type="pic"/>
          </p:nvPr>
        </p:nvSpPr>
        <p:spPr>
          <a:xfrm>
            <a:off x="7297631" y="3292869"/>
            <a:ext cx="3063107" cy="3063324"/>
          </a:xfrm>
          <a:prstGeom prst="rect">
            <a:avLst/>
          </a:prstGeom>
          <a:noFill/>
          <a:ln>
            <a:noFill/>
          </a:ln>
        </p:spPr>
      </p:sp>
      <p:sp>
        <p:nvSpPr>
          <p:cNvPr id="437" name="Google Shape;437;p73"/>
          <p:cNvSpPr/>
          <p:nvPr/>
        </p:nvSpPr>
        <p:spPr>
          <a:xfrm rot="5400000">
            <a:off x="8920759" y="4739941"/>
            <a:ext cx="3056066" cy="176111"/>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38" name="Google Shape;438;p73"/>
          <p:cNvSpPr txBox="1"/>
          <p:nvPr>
            <p:ph idx="1" type="body"/>
          </p:nvPr>
        </p:nvSpPr>
        <p:spPr>
          <a:xfrm>
            <a:off x="7297631" y="6643406"/>
            <a:ext cx="3063107" cy="1350924"/>
          </a:xfrm>
          <a:prstGeom prst="rect">
            <a:avLst/>
          </a:prstGeom>
          <a:noFill/>
          <a:ln>
            <a:noFill/>
          </a:ln>
        </p:spPr>
        <p:txBody>
          <a:bodyPr anchorCtr="0" anchor="t" bIns="91400" lIns="91400" spcFirstLastPara="1" rIns="91400" wrap="square" tIns="91400">
            <a:normAutofit/>
          </a:bodyPr>
          <a:lstStyle>
            <a:lvl1pPr indent="-228600" lvl="0" marL="457200" algn="ctr">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ctr">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ctr">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ctr">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ctr">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39" name="Google Shape;439;p73"/>
          <p:cNvSpPr txBox="1"/>
          <p:nvPr>
            <p:ph idx="3" type="body"/>
          </p:nvPr>
        </p:nvSpPr>
        <p:spPr>
          <a:xfrm>
            <a:off x="7297631" y="7993784"/>
            <a:ext cx="3063107" cy="135092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40" name="Google Shape;440;p73"/>
          <p:cNvSpPr/>
          <p:nvPr>
            <p:ph idx="4" type="pic"/>
          </p:nvPr>
        </p:nvSpPr>
        <p:spPr>
          <a:xfrm>
            <a:off x="11690454" y="3292869"/>
            <a:ext cx="3063107" cy="3063324"/>
          </a:xfrm>
          <a:prstGeom prst="rect">
            <a:avLst/>
          </a:prstGeom>
          <a:noFill/>
          <a:ln>
            <a:noFill/>
          </a:ln>
        </p:spPr>
      </p:sp>
      <p:sp>
        <p:nvSpPr>
          <p:cNvPr id="441" name="Google Shape;441;p73"/>
          <p:cNvSpPr/>
          <p:nvPr/>
        </p:nvSpPr>
        <p:spPr>
          <a:xfrm rot="5400000">
            <a:off x="13313584" y="4739941"/>
            <a:ext cx="3056066" cy="176111"/>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42" name="Google Shape;442;p73"/>
          <p:cNvSpPr txBox="1"/>
          <p:nvPr>
            <p:ph idx="5" type="body"/>
          </p:nvPr>
        </p:nvSpPr>
        <p:spPr>
          <a:xfrm>
            <a:off x="11690454" y="7993784"/>
            <a:ext cx="3063107" cy="135092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43" name="Google Shape;443;p73"/>
          <p:cNvSpPr/>
          <p:nvPr>
            <p:ph idx="6" type="pic"/>
          </p:nvPr>
        </p:nvSpPr>
        <p:spPr>
          <a:xfrm>
            <a:off x="16083281" y="3292869"/>
            <a:ext cx="3063107" cy="3063324"/>
          </a:xfrm>
          <a:prstGeom prst="rect">
            <a:avLst/>
          </a:prstGeom>
          <a:noFill/>
          <a:ln>
            <a:noFill/>
          </a:ln>
        </p:spPr>
      </p:sp>
      <p:sp>
        <p:nvSpPr>
          <p:cNvPr id="444" name="Google Shape;444;p73"/>
          <p:cNvSpPr/>
          <p:nvPr/>
        </p:nvSpPr>
        <p:spPr>
          <a:xfrm rot="5400000">
            <a:off x="17706406" y="4739941"/>
            <a:ext cx="3056066" cy="176111"/>
          </a:xfrm>
          <a:prstGeom prst="rect">
            <a:avLst/>
          </a:prstGeom>
          <a:solidFill>
            <a:srgbClr val="FFBE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45" name="Google Shape;445;p73"/>
          <p:cNvSpPr txBox="1"/>
          <p:nvPr>
            <p:ph idx="7" type="body"/>
          </p:nvPr>
        </p:nvSpPr>
        <p:spPr>
          <a:xfrm>
            <a:off x="16083281" y="7993784"/>
            <a:ext cx="3063107" cy="135092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46" name="Google Shape;446;p73"/>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5">
  <p:cSld name="CUSTOM_15">
    <p:spTree>
      <p:nvGrpSpPr>
        <p:cNvPr id="447" name="Shape 447"/>
        <p:cNvGrpSpPr/>
        <p:nvPr/>
      </p:nvGrpSpPr>
      <p:grpSpPr>
        <a:xfrm>
          <a:off x="0" y="0"/>
          <a:ext cx="0" cy="0"/>
          <a:chOff x="0" y="0"/>
          <a:chExt cx="0" cy="0"/>
        </a:xfrm>
      </p:grpSpPr>
      <p:sp>
        <p:nvSpPr>
          <p:cNvPr id="448" name="Google Shape;448;p74"/>
          <p:cNvSpPr/>
          <p:nvPr>
            <p:ph idx="2" type="pic"/>
          </p:nvPr>
        </p:nvSpPr>
        <p:spPr>
          <a:xfrm>
            <a:off x="2643609" y="2509231"/>
            <a:ext cx="4440317" cy="5357512"/>
          </a:xfrm>
          <a:prstGeom prst="rect">
            <a:avLst/>
          </a:prstGeom>
          <a:noFill/>
          <a:ln>
            <a:noFill/>
          </a:ln>
        </p:spPr>
      </p:sp>
      <p:sp>
        <p:nvSpPr>
          <p:cNvPr id="449" name="Google Shape;449;p74"/>
          <p:cNvSpPr/>
          <p:nvPr/>
        </p:nvSpPr>
        <p:spPr>
          <a:xfrm>
            <a:off x="2644930" y="7873943"/>
            <a:ext cx="4435036" cy="3427438"/>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50" name="Google Shape;450;p74"/>
          <p:cNvSpPr/>
          <p:nvPr/>
        </p:nvSpPr>
        <p:spPr>
          <a:xfrm>
            <a:off x="3469353" y="10892793"/>
            <a:ext cx="2782123" cy="176123"/>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51" name="Google Shape;451;p74"/>
          <p:cNvSpPr txBox="1"/>
          <p:nvPr>
            <p:ph idx="1" type="body"/>
          </p:nvPr>
        </p:nvSpPr>
        <p:spPr>
          <a:xfrm>
            <a:off x="2960209" y="8321723"/>
            <a:ext cx="3799202" cy="791558"/>
          </a:xfrm>
          <a:prstGeom prst="rect">
            <a:avLst/>
          </a:prstGeom>
          <a:noFill/>
          <a:ln>
            <a:noFill/>
          </a:ln>
        </p:spPr>
        <p:txBody>
          <a:bodyPr anchorCtr="0" anchor="t" bIns="91400" lIns="91400" spcFirstLastPara="1" rIns="91400" wrap="square" tIns="91400">
            <a:normAutofit/>
          </a:bodyPr>
          <a:lstStyle>
            <a:lvl1pPr indent="-228600" lvl="0" marL="457200" algn="ctr">
              <a:lnSpc>
                <a:spcPct val="100000"/>
              </a:lnSpc>
              <a:spcBef>
                <a:spcPts val="0"/>
              </a:spcBef>
              <a:spcAft>
                <a:spcPts val="0"/>
              </a:spcAft>
              <a:buClr>
                <a:srgbClr val="FFFFFF"/>
              </a:buClr>
              <a:buSzPts val="1400"/>
              <a:buFont typeface="Arial"/>
              <a:buNone/>
              <a:defRPr sz="3078">
                <a:solidFill>
                  <a:srgbClr val="FFFFFF"/>
                </a:solidFill>
              </a:defRPr>
            </a:lvl1pPr>
            <a:lvl2pPr indent="-228600" lvl="1" marL="914400" algn="ctr">
              <a:lnSpc>
                <a:spcPct val="100000"/>
              </a:lnSpc>
              <a:spcBef>
                <a:spcPts val="0"/>
              </a:spcBef>
              <a:spcAft>
                <a:spcPts val="0"/>
              </a:spcAft>
              <a:buClr>
                <a:srgbClr val="FFFFFF"/>
              </a:buClr>
              <a:buSzPts val="1400"/>
              <a:buFont typeface="Arial"/>
              <a:buNone/>
              <a:defRPr sz="3078">
                <a:solidFill>
                  <a:srgbClr val="FFFFFF"/>
                </a:solidFill>
              </a:defRPr>
            </a:lvl2pPr>
            <a:lvl3pPr indent="-228600" lvl="2" marL="1371600" algn="ctr">
              <a:lnSpc>
                <a:spcPct val="100000"/>
              </a:lnSpc>
              <a:spcBef>
                <a:spcPts val="0"/>
              </a:spcBef>
              <a:spcAft>
                <a:spcPts val="0"/>
              </a:spcAft>
              <a:buClr>
                <a:srgbClr val="FFFFFF"/>
              </a:buClr>
              <a:buSzPts val="1400"/>
              <a:buFont typeface="Arial"/>
              <a:buNone/>
              <a:defRPr sz="3078">
                <a:solidFill>
                  <a:srgbClr val="FFFFFF"/>
                </a:solidFill>
              </a:defRPr>
            </a:lvl3pPr>
            <a:lvl4pPr indent="-228600" lvl="3" marL="1828800" algn="ctr">
              <a:lnSpc>
                <a:spcPct val="100000"/>
              </a:lnSpc>
              <a:spcBef>
                <a:spcPts val="0"/>
              </a:spcBef>
              <a:spcAft>
                <a:spcPts val="0"/>
              </a:spcAft>
              <a:buClr>
                <a:srgbClr val="FFFFFF"/>
              </a:buClr>
              <a:buSzPts val="1400"/>
              <a:buFont typeface="Arial"/>
              <a:buNone/>
              <a:defRPr sz="3078">
                <a:solidFill>
                  <a:srgbClr val="FFFFFF"/>
                </a:solidFill>
              </a:defRPr>
            </a:lvl4pPr>
            <a:lvl5pPr indent="-228600" lvl="4" marL="2286000" algn="ctr">
              <a:lnSpc>
                <a:spcPct val="100000"/>
              </a:lnSpc>
              <a:spcBef>
                <a:spcPts val="0"/>
              </a:spcBef>
              <a:spcAft>
                <a:spcPts val="0"/>
              </a:spcAft>
              <a:buClr>
                <a:srgbClr val="FFFFFF"/>
              </a:buClr>
              <a:buSzPts val="1400"/>
              <a:buFont typeface="Arial"/>
              <a:buNone/>
              <a:defRPr sz="307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52" name="Google Shape;452;p74"/>
          <p:cNvSpPr txBox="1"/>
          <p:nvPr>
            <p:ph idx="3" type="body"/>
          </p:nvPr>
        </p:nvSpPr>
        <p:spPr>
          <a:xfrm>
            <a:off x="2960209" y="9113277"/>
            <a:ext cx="3799202" cy="791558"/>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53" name="Google Shape;453;p74"/>
          <p:cNvSpPr/>
          <p:nvPr>
            <p:ph idx="4" type="pic"/>
          </p:nvPr>
        </p:nvSpPr>
        <p:spPr>
          <a:xfrm>
            <a:off x="7835849" y="2516411"/>
            <a:ext cx="4440317" cy="5357514"/>
          </a:xfrm>
          <a:prstGeom prst="rect">
            <a:avLst/>
          </a:prstGeom>
          <a:noFill/>
          <a:ln>
            <a:noFill/>
          </a:ln>
        </p:spPr>
      </p:sp>
      <p:sp>
        <p:nvSpPr>
          <p:cNvPr id="454" name="Google Shape;454;p74"/>
          <p:cNvSpPr/>
          <p:nvPr/>
        </p:nvSpPr>
        <p:spPr>
          <a:xfrm>
            <a:off x="7837167" y="7883338"/>
            <a:ext cx="4435038" cy="3427438"/>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55" name="Google Shape;455;p74"/>
          <p:cNvSpPr/>
          <p:nvPr/>
        </p:nvSpPr>
        <p:spPr>
          <a:xfrm>
            <a:off x="8661594" y="10900711"/>
            <a:ext cx="2782125" cy="176123"/>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56" name="Google Shape;456;p74"/>
          <p:cNvSpPr txBox="1"/>
          <p:nvPr>
            <p:ph idx="5" type="body"/>
          </p:nvPr>
        </p:nvSpPr>
        <p:spPr>
          <a:xfrm>
            <a:off x="8152450" y="9121195"/>
            <a:ext cx="3799200" cy="791558"/>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57" name="Google Shape;457;p74"/>
          <p:cNvSpPr/>
          <p:nvPr>
            <p:ph idx="6" type="pic"/>
          </p:nvPr>
        </p:nvSpPr>
        <p:spPr>
          <a:xfrm>
            <a:off x="13020176" y="2516411"/>
            <a:ext cx="4440317" cy="5357514"/>
          </a:xfrm>
          <a:prstGeom prst="rect">
            <a:avLst/>
          </a:prstGeom>
          <a:noFill/>
          <a:ln>
            <a:noFill/>
          </a:ln>
        </p:spPr>
      </p:sp>
      <p:sp>
        <p:nvSpPr>
          <p:cNvPr id="458" name="Google Shape;458;p74"/>
          <p:cNvSpPr/>
          <p:nvPr/>
        </p:nvSpPr>
        <p:spPr>
          <a:xfrm>
            <a:off x="13021494" y="7883338"/>
            <a:ext cx="4435038" cy="3427438"/>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59" name="Google Shape;459;p74"/>
          <p:cNvSpPr/>
          <p:nvPr/>
        </p:nvSpPr>
        <p:spPr>
          <a:xfrm>
            <a:off x="13845917" y="10900711"/>
            <a:ext cx="2782125" cy="176123"/>
          </a:xfrm>
          <a:prstGeom prst="rect">
            <a:avLst/>
          </a:prstGeom>
          <a:solidFill>
            <a:srgbClr val="FFBE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60" name="Google Shape;460;p74"/>
          <p:cNvSpPr txBox="1"/>
          <p:nvPr>
            <p:ph idx="7" type="body"/>
          </p:nvPr>
        </p:nvSpPr>
        <p:spPr>
          <a:xfrm>
            <a:off x="13336774" y="9121195"/>
            <a:ext cx="3799202" cy="791558"/>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61" name="Google Shape;461;p74"/>
          <p:cNvSpPr txBox="1"/>
          <p:nvPr>
            <p:ph type="title"/>
          </p:nvPr>
        </p:nvSpPr>
        <p:spPr>
          <a:xfrm>
            <a:off x="2643609" y="775725"/>
            <a:ext cx="14808967"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62" name="Google Shape;462;p74"/>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6">
  <p:cSld name="CUSTOM_16">
    <p:spTree>
      <p:nvGrpSpPr>
        <p:cNvPr id="463" name="Shape 463"/>
        <p:cNvGrpSpPr/>
        <p:nvPr/>
      </p:nvGrpSpPr>
      <p:grpSpPr>
        <a:xfrm>
          <a:off x="0" y="0"/>
          <a:ext cx="0" cy="0"/>
          <a:chOff x="0" y="0"/>
          <a:chExt cx="0" cy="0"/>
        </a:xfrm>
      </p:grpSpPr>
      <p:sp>
        <p:nvSpPr>
          <p:cNvPr id="464" name="Google Shape;464;p75"/>
          <p:cNvSpPr txBox="1"/>
          <p:nvPr>
            <p:ph type="title"/>
          </p:nvPr>
        </p:nvSpPr>
        <p:spPr>
          <a:xfrm>
            <a:off x="799414" y="775726"/>
            <a:ext cx="18497357" cy="1259235"/>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65" name="Google Shape;465;p75"/>
          <p:cNvSpPr/>
          <p:nvPr/>
        </p:nvSpPr>
        <p:spPr>
          <a:xfrm>
            <a:off x="797820" y="2454481"/>
            <a:ext cx="4454168" cy="7362788"/>
          </a:xfrm>
          <a:prstGeom prst="roundRect">
            <a:avLst>
              <a:gd fmla="val 0" name="adj"/>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66" name="Google Shape;466;p75"/>
          <p:cNvSpPr/>
          <p:nvPr/>
        </p:nvSpPr>
        <p:spPr>
          <a:xfrm>
            <a:off x="791772" y="6141505"/>
            <a:ext cx="4454168" cy="4593663"/>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67" name="Google Shape;467;p75"/>
          <p:cNvSpPr/>
          <p:nvPr>
            <p:ph idx="2" type="pic"/>
          </p:nvPr>
        </p:nvSpPr>
        <p:spPr>
          <a:xfrm>
            <a:off x="926056" y="2604217"/>
            <a:ext cx="4187037" cy="5026380"/>
          </a:xfrm>
          <a:prstGeom prst="rect">
            <a:avLst/>
          </a:prstGeom>
          <a:noFill/>
          <a:ln>
            <a:noFill/>
          </a:ln>
        </p:spPr>
      </p:sp>
      <p:sp>
        <p:nvSpPr>
          <p:cNvPr id="468" name="Google Shape;468;p75"/>
          <p:cNvSpPr txBox="1"/>
          <p:nvPr>
            <p:ph idx="1" type="body"/>
          </p:nvPr>
        </p:nvSpPr>
        <p:spPr>
          <a:xfrm>
            <a:off x="1179335" y="7986795"/>
            <a:ext cx="3672560" cy="1100264"/>
          </a:xfrm>
          <a:prstGeom prst="rect">
            <a:avLst/>
          </a:prstGeom>
          <a:noFill/>
          <a:ln>
            <a:noFill/>
          </a:ln>
        </p:spPr>
        <p:txBody>
          <a:bodyPr anchorCtr="0" anchor="t" bIns="91400" lIns="91400" spcFirstLastPara="1" rIns="91400" wrap="square" tIns="91400">
            <a:normAutofit/>
          </a:bodyPr>
          <a:lstStyle>
            <a:lvl1pPr indent="-228600" lvl="0" marL="457200" algn="ctr">
              <a:lnSpc>
                <a:spcPct val="100000"/>
              </a:lnSpc>
              <a:spcBef>
                <a:spcPts val="0"/>
              </a:spcBef>
              <a:spcAft>
                <a:spcPts val="0"/>
              </a:spcAft>
              <a:buClr>
                <a:srgbClr val="FFFFFF"/>
              </a:buClr>
              <a:buSzPts val="1400"/>
              <a:buFont typeface="Arial"/>
              <a:buNone/>
              <a:defRPr sz="3078">
                <a:solidFill>
                  <a:srgbClr val="FFFFFF"/>
                </a:solidFill>
              </a:defRPr>
            </a:lvl1pPr>
            <a:lvl2pPr indent="-228600" lvl="1" marL="914400" algn="ctr">
              <a:lnSpc>
                <a:spcPct val="100000"/>
              </a:lnSpc>
              <a:spcBef>
                <a:spcPts val="0"/>
              </a:spcBef>
              <a:spcAft>
                <a:spcPts val="0"/>
              </a:spcAft>
              <a:buClr>
                <a:srgbClr val="FFFFFF"/>
              </a:buClr>
              <a:buSzPts val="1400"/>
              <a:buFont typeface="Arial"/>
              <a:buNone/>
              <a:defRPr sz="3078">
                <a:solidFill>
                  <a:srgbClr val="FFFFFF"/>
                </a:solidFill>
              </a:defRPr>
            </a:lvl2pPr>
            <a:lvl3pPr indent="-228600" lvl="2" marL="1371600" algn="ctr">
              <a:lnSpc>
                <a:spcPct val="100000"/>
              </a:lnSpc>
              <a:spcBef>
                <a:spcPts val="0"/>
              </a:spcBef>
              <a:spcAft>
                <a:spcPts val="0"/>
              </a:spcAft>
              <a:buClr>
                <a:srgbClr val="FFFFFF"/>
              </a:buClr>
              <a:buSzPts val="1400"/>
              <a:buFont typeface="Arial"/>
              <a:buNone/>
              <a:defRPr sz="3078">
                <a:solidFill>
                  <a:srgbClr val="FFFFFF"/>
                </a:solidFill>
              </a:defRPr>
            </a:lvl3pPr>
            <a:lvl4pPr indent="-228600" lvl="3" marL="1828800" algn="ctr">
              <a:lnSpc>
                <a:spcPct val="100000"/>
              </a:lnSpc>
              <a:spcBef>
                <a:spcPts val="0"/>
              </a:spcBef>
              <a:spcAft>
                <a:spcPts val="0"/>
              </a:spcAft>
              <a:buClr>
                <a:srgbClr val="FFFFFF"/>
              </a:buClr>
              <a:buSzPts val="1400"/>
              <a:buFont typeface="Arial"/>
              <a:buNone/>
              <a:defRPr sz="3078">
                <a:solidFill>
                  <a:srgbClr val="FFFFFF"/>
                </a:solidFill>
              </a:defRPr>
            </a:lvl4pPr>
            <a:lvl5pPr indent="-228600" lvl="4" marL="2286000" algn="ctr">
              <a:lnSpc>
                <a:spcPct val="100000"/>
              </a:lnSpc>
              <a:spcBef>
                <a:spcPts val="0"/>
              </a:spcBef>
              <a:spcAft>
                <a:spcPts val="0"/>
              </a:spcAft>
              <a:buClr>
                <a:srgbClr val="FFFFFF"/>
              </a:buClr>
              <a:buSzPts val="1400"/>
              <a:buFont typeface="Arial"/>
              <a:buNone/>
              <a:defRPr sz="307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69" name="Google Shape;469;p75"/>
          <p:cNvSpPr txBox="1"/>
          <p:nvPr>
            <p:ph idx="3" type="body"/>
          </p:nvPr>
        </p:nvSpPr>
        <p:spPr>
          <a:xfrm>
            <a:off x="1179335" y="9087058"/>
            <a:ext cx="3672560" cy="11002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70" name="Google Shape;470;p75"/>
          <p:cNvSpPr/>
          <p:nvPr/>
        </p:nvSpPr>
        <p:spPr>
          <a:xfrm>
            <a:off x="5483223" y="2453822"/>
            <a:ext cx="4454168" cy="7362786"/>
          </a:xfrm>
          <a:prstGeom prst="roundRect">
            <a:avLst>
              <a:gd fmla="val 0" name="adj"/>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71" name="Google Shape;471;p75"/>
          <p:cNvSpPr/>
          <p:nvPr/>
        </p:nvSpPr>
        <p:spPr>
          <a:xfrm>
            <a:off x="5477181" y="6140823"/>
            <a:ext cx="4454168" cy="4593663"/>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72" name="Google Shape;472;p75"/>
          <p:cNvSpPr/>
          <p:nvPr>
            <p:ph idx="4" type="pic"/>
          </p:nvPr>
        </p:nvSpPr>
        <p:spPr>
          <a:xfrm>
            <a:off x="5611461" y="2603559"/>
            <a:ext cx="4187037" cy="5026380"/>
          </a:xfrm>
          <a:prstGeom prst="rect">
            <a:avLst/>
          </a:prstGeom>
          <a:noFill/>
          <a:ln>
            <a:noFill/>
          </a:ln>
        </p:spPr>
      </p:sp>
      <p:sp>
        <p:nvSpPr>
          <p:cNvPr id="473" name="Google Shape;473;p75"/>
          <p:cNvSpPr txBox="1"/>
          <p:nvPr>
            <p:ph idx="5" type="body"/>
          </p:nvPr>
        </p:nvSpPr>
        <p:spPr>
          <a:xfrm>
            <a:off x="5864739" y="9086398"/>
            <a:ext cx="3672562" cy="11002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74" name="Google Shape;474;p75"/>
          <p:cNvSpPr/>
          <p:nvPr/>
        </p:nvSpPr>
        <p:spPr>
          <a:xfrm>
            <a:off x="10160993" y="2453822"/>
            <a:ext cx="4454168" cy="7362786"/>
          </a:xfrm>
          <a:prstGeom prst="roundRect">
            <a:avLst>
              <a:gd fmla="val 0" name="adj"/>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75" name="Google Shape;475;p75"/>
          <p:cNvSpPr/>
          <p:nvPr/>
        </p:nvSpPr>
        <p:spPr>
          <a:xfrm>
            <a:off x="10154944" y="6140823"/>
            <a:ext cx="4454168" cy="4593663"/>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76" name="Google Shape;476;p75"/>
          <p:cNvSpPr/>
          <p:nvPr>
            <p:ph idx="6" type="pic"/>
          </p:nvPr>
        </p:nvSpPr>
        <p:spPr>
          <a:xfrm>
            <a:off x="10289224" y="2603559"/>
            <a:ext cx="4187037" cy="5026380"/>
          </a:xfrm>
          <a:prstGeom prst="rect">
            <a:avLst/>
          </a:prstGeom>
          <a:noFill/>
          <a:ln>
            <a:noFill/>
          </a:ln>
        </p:spPr>
      </p:sp>
      <p:sp>
        <p:nvSpPr>
          <p:cNvPr id="477" name="Google Shape;477;p75"/>
          <p:cNvSpPr txBox="1"/>
          <p:nvPr>
            <p:ph idx="7" type="body"/>
          </p:nvPr>
        </p:nvSpPr>
        <p:spPr>
          <a:xfrm>
            <a:off x="10542506" y="9086398"/>
            <a:ext cx="3672562" cy="11002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78" name="Google Shape;478;p75"/>
          <p:cNvSpPr/>
          <p:nvPr/>
        </p:nvSpPr>
        <p:spPr>
          <a:xfrm>
            <a:off x="14846670" y="2453822"/>
            <a:ext cx="4454168" cy="7362786"/>
          </a:xfrm>
          <a:prstGeom prst="roundRect">
            <a:avLst>
              <a:gd fmla="val 0" name="adj"/>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79" name="Google Shape;479;p75"/>
          <p:cNvSpPr/>
          <p:nvPr/>
        </p:nvSpPr>
        <p:spPr>
          <a:xfrm>
            <a:off x="14840622" y="6140823"/>
            <a:ext cx="4454168" cy="4593663"/>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80" name="Google Shape;480;p75"/>
          <p:cNvSpPr/>
          <p:nvPr>
            <p:ph idx="8" type="pic"/>
          </p:nvPr>
        </p:nvSpPr>
        <p:spPr>
          <a:xfrm>
            <a:off x="14974904" y="2603559"/>
            <a:ext cx="4187037" cy="5026380"/>
          </a:xfrm>
          <a:prstGeom prst="rect">
            <a:avLst/>
          </a:prstGeom>
          <a:noFill/>
          <a:ln>
            <a:noFill/>
          </a:ln>
        </p:spPr>
      </p:sp>
      <p:sp>
        <p:nvSpPr>
          <p:cNvPr id="481" name="Google Shape;481;p75"/>
          <p:cNvSpPr txBox="1"/>
          <p:nvPr>
            <p:ph idx="9" type="body"/>
          </p:nvPr>
        </p:nvSpPr>
        <p:spPr>
          <a:xfrm>
            <a:off x="15228184" y="9086398"/>
            <a:ext cx="3672562" cy="110026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82" name="Google Shape;482;p75"/>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7">
  <p:cSld name="CUSTOM_17">
    <p:spTree>
      <p:nvGrpSpPr>
        <p:cNvPr id="483" name="Shape 483"/>
        <p:cNvGrpSpPr/>
        <p:nvPr/>
      </p:nvGrpSpPr>
      <p:grpSpPr>
        <a:xfrm>
          <a:off x="0" y="0"/>
          <a:ext cx="0" cy="0"/>
          <a:chOff x="0" y="0"/>
          <a:chExt cx="0" cy="0"/>
        </a:xfrm>
      </p:grpSpPr>
      <p:sp>
        <p:nvSpPr>
          <p:cNvPr id="484" name="Google Shape;484;p76"/>
          <p:cNvSpPr/>
          <p:nvPr/>
        </p:nvSpPr>
        <p:spPr>
          <a:xfrm>
            <a:off x="7087826" y="-84987"/>
            <a:ext cx="4751641" cy="11412916"/>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85" name="Google Shape;485;p76"/>
          <p:cNvSpPr/>
          <p:nvPr/>
        </p:nvSpPr>
        <p:spPr>
          <a:xfrm>
            <a:off x="7087827" y="957780"/>
            <a:ext cx="172153" cy="9435347"/>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86" name="Google Shape;486;p76"/>
          <p:cNvSpPr/>
          <p:nvPr/>
        </p:nvSpPr>
        <p:spPr>
          <a:xfrm>
            <a:off x="11691417" y="957780"/>
            <a:ext cx="172153" cy="9435347"/>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487" name="Google Shape;487;p76"/>
          <p:cNvSpPr/>
          <p:nvPr>
            <p:ph idx="2" type="pic"/>
          </p:nvPr>
        </p:nvSpPr>
        <p:spPr>
          <a:xfrm>
            <a:off x="7455928" y="957783"/>
            <a:ext cx="4012909" cy="2042216"/>
          </a:xfrm>
          <a:prstGeom prst="rect">
            <a:avLst/>
          </a:prstGeom>
          <a:noFill/>
          <a:ln>
            <a:noFill/>
          </a:ln>
        </p:spPr>
      </p:sp>
      <p:sp>
        <p:nvSpPr>
          <p:cNvPr id="488" name="Google Shape;488;p76"/>
          <p:cNvSpPr txBox="1"/>
          <p:nvPr>
            <p:ph idx="1" type="body"/>
          </p:nvPr>
        </p:nvSpPr>
        <p:spPr>
          <a:xfrm>
            <a:off x="12086206" y="1076517"/>
            <a:ext cx="7289717" cy="898418"/>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89" name="Google Shape;489;p76"/>
          <p:cNvSpPr txBox="1"/>
          <p:nvPr>
            <p:ph idx="3" type="body"/>
          </p:nvPr>
        </p:nvSpPr>
        <p:spPr>
          <a:xfrm>
            <a:off x="12086206" y="1974932"/>
            <a:ext cx="7289717" cy="898418"/>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90" name="Google Shape;490;p76"/>
          <p:cNvSpPr/>
          <p:nvPr>
            <p:ph idx="4" type="pic"/>
          </p:nvPr>
        </p:nvSpPr>
        <p:spPr>
          <a:xfrm>
            <a:off x="7455928" y="3419521"/>
            <a:ext cx="4012909" cy="2042216"/>
          </a:xfrm>
          <a:prstGeom prst="rect">
            <a:avLst/>
          </a:prstGeom>
          <a:noFill/>
          <a:ln>
            <a:noFill/>
          </a:ln>
        </p:spPr>
      </p:sp>
      <p:sp>
        <p:nvSpPr>
          <p:cNvPr id="491" name="Google Shape;491;p76"/>
          <p:cNvSpPr txBox="1"/>
          <p:nvPr>
            <p:ph idx="5" type="body"/>
          </p:nvPr>
        </p:nvSpPr>
        <p:spPr>
          <a:xfrm>
            <a:off x="12086206" y="4436670"/>
            <a:ext cx="7289717" cy="898418"/>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92" name="Google Shape;492;p76"/>
          <p:cNvSpPr/>
          <p:nvPr>
            <p:ph idx="6" type="pic"/>
          </p:nvPr>
        </p:nvSpPr>
        <p:spPr>
          <a:xfrm>
            <a:off x="7455928" y="5881256"/>
            <a:ext cx="4012909" cy="2042216"/>
          </a:xfrm>
          <a:prstGeom prst="rect">
            <a:avLst/>
          </a:prstGeom>
          <a:noFill/>
          <a:ln>
            <a:noFill/>
          </a:ln>
        </p:spPr>
      </p:sp>
      <p:sp>
        <p:nvSpPr>
          <p:cNvPr id="493" name="Google Shape;493;p76"/>
          <p:cNvSpPr txBox="1"/>
          <p:nvPr>
            <p:ph idx="7" type="body"/>
          </p:nvPr>
        </p:nvSpPr>
        <p:spPr>
          <a:xfrm>
            <a:off x="12086206" y="6898405"/>
            <a:ext cx="7289717" cy="898418"/>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94" name="Google Shape;494;p76"/>
          <p:cNvSpPr/>
          <p:nvPr>
            <p:ph idx="8" type="pic"/>
          </p:nvPr>
        </p:nvSpPr>
        <p:spPr>
          <a:xfrm>
            <a:off x="7455928" y="8350910"/>
            <a:ext cx="4012909" cy="2042216"/>
          </a:xfrm>
          <a:prstGeom prst="rect">
            <a:avLst/>
          </a:prstGeom>
          <a:noFill/>
          <a:ln>
            <a:noFill/>
          </a:ln>
        </p:spPr>
      </p:sp>
      <p:sp>
        <p:nvSpPr>
          <p:cNvPr id="495" name="Google Shape;495;p76"/>
          <p:cNvSpPr txBox="1"/>
          <p:nvPr>
            <p:ph idx="9" type="body"/>
          </p:nvPr>
        </p:nvSpPr>
        <p:spPr>
          <a:xfrm>
            <a:off x="12086206" y="9368061"/>
            <a:ext cx="7289717" cy="898418"/>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96" name="Google Shape;496;p76"/>
          <p:cNvSpPr txBox="1"/>
          <p:nvPr>
            <p:ph type="title"/>
          </p:nvPr>
        </p:nvSpPr>
        <p:spPr>
          <a:xfrm>
            <a:off x="799413" y="5073872"/>
            <a:ext cx="5706719" cy="1203167"/>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497" name="Google Shape;497;p76"/>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8">
  <p:cSld name="CUSTOM_18">
    <p:spTree>
      <p:nvGrpSpPr>
        <p:cNvPr id="498" name="Shape 498"/>
        <p:cNvGrpSpPr/>
        <p:nvPr/>
      </p:nvGrpSpPr>
      <p:grpSpPr>
        <a:xfrm>
          <a:off x="0" y="0"/>
          <a:ext cx="0" cy="0"/>
          <a:chOff x="0" y="0"/>
          <a:chExt cx="0" cy="0"/>
        </a:xfrm>
      </p:grpSpPr>
      <p:sp>
        <p:nvSpPr>
          <p:cNvPr id="499" name="Google Shape;499;p77"/>
          <p:cNvSpPr txBox="1"/>
          <p:nvPr>
            <p:ph type="title"/>
          </p:nvPr>
        </p:nvSpPr>
        <p:spPr>
          <a:xfrm>
            <a:off x="1598829" y="1369391"/>
            <a:ext cx="17072657"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00" name="Google Shape;500;p77"/>
          <p:cNvSpPr/>
          <p:nvPr/>
        </p:nvSpPr>
        <p:spPr>
          <a:xfrm>
            <a:off x="2615192" y="3467012"/>
            <a:ext cx="6833945" cy="2695908"/>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01" name="Google Shape;501;p77"/>
          <p:cNvSpPr/>
          <p:nvPr/>
        </p:nvSpPr>
        <p:spPr>
          <a:xfrm>
            <a:off x="9449135" y="3467011"/>
            <a:ext cx="231516" cy="2695911"/>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02" name="Google Shape;502;p77"/>
          <p:cNvSpPr/>
          <p:nvPr>
            <p:ph idx="2" type="pic"/>
          </p:nvPr>
        </p:nvSpPr>
        <p:spPr>
          <a:xfrm>
            <a:off x="1598828" y="3728226"/>
            <a:ext cx="1939179" cy="2168864"/>
          </a:xfrm>
          <a:prstGeom prst="rect">
            <a:avLst/>
          </a:prstGeom>
          <a:noFill/>
          <a:ln>
            <a:noFill/>
          </a:ln>
        </p:spPr>
      </p:sp>
      <p:sp>
        <p:nvSpPr>
          <p:cNvPr id="503" name="Google Shape;503;p77"/>
          <p:cNvSpPr txBox="1"/>
          <p:nvPr>
            <p:ph idx="1" type="body"/>
          </p:nvPr>
        </p:nvSpPr>
        <p:spPr>
          <a:xfrm>
            <a:off x="3799199" y="3918199"/>
            <a:ext cx="5390117" cy="894460"/>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FFFFFF"/>
              </a:buClr>
              <a:buSzPts val="1400"/>
              <a:buFont typeface="Arial"/>
              <a:buNone/>
              <a:defRPr sz="3078">
                <a:solidFill>
                  <a:srgbClr val="FFFFFF"/>
                </a:solidFill>
              </a:defRPr>
            </a:lvl1pPr>
            <a:lvl2pPr indent="-228600" lvl="1" marL="914400" algn="l">
              <a:lnSpc>
                <a:spcPct val="100000"/>
              </a:lnSpc>
              <a:spcBef>
                <a:spcPts val="0"/>
              </a:spcBef>
              <a:spcAft>
                <a:spcPts val="0"/>
              </a:spcAft>
              <a:buClr>
                <a:srgbClr val="FFFFFF"/>
              </a:buClr>
              <a:buSzPts val="1400"/>
              <a:buFont typeface="Arial"/>
              <a:buNone/>
              <a:defRPr sz="3078">
                <a:solidFill>
                  <a:srgbClr val="FFFFFF"/>
                </a:solidFill>
              </a:defRPr>
            </a:lvl2pPr>
            <a:lvl3pPr indent="-228600" lvl="2" marL="1371600" algn="l">
              <a:lnSpc>
                <a:spcPct val="100000"/>
              </a:lnSpc>
              <a:spcBef>
                <a:spcPts val="0"/>
              </a:spcBef>
              <a:spcAft>
                <a:spcPts val="0"/>
              </a:spcAft>
              <a:buClr>
                <a:srgbClr val="FFFFFF"/>
              </a:buClr>
              <a:buSzPts val="1400"/>
              <a:buFont typeface="Arial"/>
              <a:buNone/>
              <a:defRPr sz="3078">
                <a:solidFill>
                  <a:srgbClr val="FFFFFF"/>
                </a:solidFill>
              </a:defRPr>
            </a:lvl3pPr>
            <a:lvl4pPr indent="-228600" lvl="3" marL="1828800" algn="l">
              <a:lnSpc>
                <a:spcPct val="100000"/>
              </a:lnSpc>
              <a:spcBef>
                <a:spcPts val="0"/>
              </a:spcBef>
              <a:spcAft>
                <a:spcPts val="0"/>
              </a:spcAft>
              <a:buClr>
                <a:srgbClr val="FFFFFF"/>
              </a:buClr>
              <a:buSzPts val="1400"/>
              <a:buFont typeface="Arial"/>
              <a:buNone/>
              <a:defRPr sz="3078">
                <a:solidFill>
                  <a:srgbClr val="FFFFFF"/>
                </a:solidFill>
              </a:defRPr>
            </a:lvl4pPr>
            <a:lvl5pPr indent="-228600" lvl="4" marL="2286000" algn="l">
              <a:lnSpc>
                <a:spcPct val="100000"/>
              </a:lnSpc>
              <a:spcBef>
                <a:spcPts val="0"/>
              </a:spcBef>
              <a:spcAft>
                <a:spcPts val="0"/>
              </a:spcAft>
              <a:buClr>
                <a:srgbClr val="FFFFFF"/>
              </a:buClr>
              <a:buSzPts val="1400"/>
              <a:buFont typeface="Arial"/>
              <a:buNone/>
              <a:defRPr sz="307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04" name="Google Shape;504;p77"/>
          <p:cNvSpPr txBox="1"/>
          <p:nvPr>
            <p:ph idx="3" type="body"/>
          </p:nvPr>
        </p:nvSpPr>
        <p:spPr>
          <a:xfrm>
            <a:off x="3799199" y="4812657"/>
            <a:ext cx="5390117" cy="894460"/>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05" name="Google Shape;505;p77"/>
          <p:cNvSpPr/>
          <p:nvPr/>
        </p:nvSpPr>
        <p:spPr>
          <a:xfrm>
            <a:off x="2615192" y="6949859"/>
            <a:ext cx="6833945" cy="2695908"/>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06" name="Google Shape;506;p77"/>
          <p:cNvSpPr/>
          <p:nvPr/>
        </p:nvSpPr>
        <p:spPr>
          <a:xfrm>
            <a:off x="9449135" y="6949859"/>
            <a:ext cx="231516" cy="2695908"/>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07" name="Google Shape;507;p77"/>
          <p:cNvSpPr/>
          <p:nvPr>
            <p:ph idx="4" type="pic"/>
          </p:nvPr>
        </p:nvSpPr>
        <p:spPr>
          <a:xfrm>
            <a:off x="1598828" y="7211070"/>
            <a:ext cx="1939179" cy="2168864"/>
          </a:xfrm>
          <a:prstGeom prst="rect">
            <a:avLst/>
          </a:prstGeom>
          <a:noFill/>
          <a:ln>
            <a:noFill/>
          </a:ln>
        </p:spPr>
      </p:sp>
      <p:sp>
        <p:nvSpPr>
          <p:cNvPr id="508" name="Google Shape;508;p77"/>
          <p:cNvSpPr txBox="1"/>
          <p:nvPr>
            <p:ph idx="5" type="body"/>
          </p:nvPr>
        </p:nvSpPr>
        <p:spPr>
          <a:xfrm>
            <a:off x="3799199" y="8295501"/>
            <a:ext cx="5390117" cy="894460"/>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09" name="Google Shape;509;p77"/>
          <p:cNvSpPr/>
          <p:nvPr/>
        </p:nvSpPr>
        <p:spPr>
          <a:xfrm>
            <a:off x="11614547" y="3467012"/>
            <a:ext cx="6833945" cy="2695908"/>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10" name="Google Shape;510;p77"/>
          <p:cNvSpPr/>
          <p:nvPr/>
        </p:nvSpPr>
        <p:spPr>
          <a:xfrm>
            <a:off x="18448490" y="3467011"/>
            <a:ext cx="231516" cy="2695911"/>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11" name="Google Shape;511;p77"/>
          <p:cNvSpPr/>
          <p:nvPr>
            <p:ph idx="6" type="pic"/>
          </p:nvPr>
        </p:nvSpPr>
        <p:spPr>
          <a:xfrm>
            <a:off x="10598184" y="3728226"/>
            <a:ext cx="1939177" cy="2168864"/>
          </a:xfrm>
          <a:prstGeom prst="rect">
            <a:avLst/>
          </a:prstGeom>
          <a:noFill/>
          <a:ln>
            <a:noFill/>
          </a:ln>
        </p:spPr>
      </p:sp>
      <p:sp>
        <p:nvSpPr>
          <p:cNvPr id="512" name="Google Shape;512;p77"/>
          <p:cNvSpPr txBox="1"/>
          <p:nvPr>
            <p:ph idx="7" type="body"/>
          </p:nvPr>
        </p:nvSpPr>
        <p:spPr>
          <a:xfrm>
            <a:off x="12798556" y="4812657"/>
            <a:ext cx="5390117" cy="894460"/>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13" name="Google Shape;513;p77"/>
          <p:cNvSpPr/>
          <p:nvPr/>
        </p:nvSpPr>
        <p:spPr>
          <a:xfrm>
            <a:off x="11614547" y="6949859"/>
            <a:ext cx="6833945" cy="2695908"/>
          </a:xfrm>
          <a:prstGeom prst="roundRect">
            <a:avLst>
              <a:gd fmla="val 0" name="adj"/>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14" name="Google Shape;514;p77"/>
          <p:cNvSpPr/>
          <p:nvPr/>
        </p:nvSpPr>
        <p:spPr>
          <a:xfrm>
            <a:off x="18448490" y="6949859"/>
            <a:ext cx="231516" cy="2695908"/>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15" name="Google Shape;515;p77"/>
          <p:cNvSpPr/>
          <p:nvPr>
            <p:ph idx="8" type="pic"/>
          </p:nvPr>
        </p:nvSpPr>
        <p:spPr>
          <a:xfrm>
            <a:off x="10598184" y="7211070"/>
            <a:ext cx="1939177" cy="2168864"/>
          </a:xfrm>
          <a:prstGeom prst="rect">
            <a:avLst/>
          </a:prstGeom>
          <a:noFill/>
          <a:ln>
            <a:noFill/>
          </a:ln>
        </p:spPr>
      </p:sp>
      <p:sp>
        <p:nvSpPr>
          <p:cNvPr id="516" name="Google Shape;516;p77"/>
          <p:cNvSpPr txBox="1"/>
          <p:nvPr>
            <p:ph idx="9" type="body"/>
          </p:nvPr>
        </p:nvSpPr>
        <p:spPr>
          <a:xfrm>
            <a:off x="12798556" y="8295501"/>
            <a:ext cx="5390117" cy="894460"/>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17" name="Google Shape;517;p77"/>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9">
  <p:cSld name="CUSTOM_19">
    <p:spTree>
      <p:nvGrpSpPr>
        <p:cNvPr id="518" name="Shape 518"/>
        <p:cNvGrpSpPr/>
        <p:nvPr/>
      </p:nvGrpSpPr>
      <p:grpSpPr>
        <a:xfrm>
          <a:off x="0" y="0"/>
          <a:ext cx="0" cy="0"/>
          <a:chOff x="0" y="0"/>
          <a:chExt cx="0" cy="0"/>
        </a:xfrm>
      </p:grpSpPr>
      <p:sp>
        <p:nvSpPr>
          <p:cNvPr id="519" name="Google Shape;519;p78"/>
          <p:cNvSpPr txBox="1"/>
          <p:nvPr>
            <p:ph type="title"/>
          </p:nvPr>
        </p:nvSpPr>
        <p:spPr>
          <a:xfrm>
            <a:off x="1456361" y="767809"/>
            <a:ext cx="7574657" cy="1203164"/>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20" name="Google Shape;520;p78"/>
          <p:cNvSpPr/>
          <p:nvPr/>
        </p:nvSpPr>
        <p:spPr>
          <a:xfrm>
            <a:off x="12694339" y="17974"/>
            <a:ext cx="7448679" cy="11309352"/>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21" name="Google Shape;521;p78"/>
          <p:cNvSpPr/>
          <p:nvPr>
            <p:ph idx="2" type="pic"/>
          </p:nvPr>
        </p:nvSpPr>
        <p:spPr>
          <a:xfrm>
            <a:off x="9577150" y="1963057"/>
            <a:ext cx="5936250" cy="8548802"/>
          </a:xfrm>
          <a:prstGeom prst="rect">
            <a:avLst/>
          </a:prstGeom>
          <a:noFill/>
          <a:ln>
            <a:noFill/>
          </a:ln>
        </p:spPr>
      </p:sp>
      <p:sp>
        <p:nvSpPr>
          <p:cNvPr id="522" name="Google Shape;522;p78"/>
          <p:cNvSpPr/>
          <p:nvPr/>
        </p:nvSpPr>
        <p:spPr>
          <a:xfrm>
            <a:off x="16352112" y="1963057"/>
            <a:ext cx="804034" cy="8551441"/>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23" name="Google Shape;523;p78"/>
          <p:cNvSpPr/>
          <p:nvPr/>
        </p:nvSpPr>
        <p:spPr>
          <a:xfrm>
            <a:off x="16862521" y="1963057"/>
            <a:ext cx="510520" cy="8551441"/>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24" name="Google Shape;524;p78"/>
          <p:cNvSpPr txBox="1"/>
          <p:nvPr>
            <p:ph idx="1" type="body"/>
          </p:nvPr>
        </p:nvSpPr>
        <p:spPr>
          <a:xfrm>
            <a:off x="1456361" y="3102898"/>
            <a:ext cx="7574657" cy="934036"/>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000000"/>
              </a:buClr>
              <a:buSzPts val="1400"/>
              <a:buFont typeface="Arial"/>
              <a:buNone/>
              <a:defRPr sz="3078">
                <a:solidFill>
                  <a:srgbClr val="000000"/>
                </a:solidFill>
              </a:defRPr>
            </a:lvl1pPr>
            <a:lvl2pPr indent="-228600" lvl="1" marL="914400" algn="l">
              <a:lnSpc>
                <a:spcPct val="100000"/>
              </a:lnSpc>
              <a:spcBef>
                <a:spcPts val="0"/>
              </a:spcBef>
              <a:spcAft>
                <a:spcPts val="0"/>
              </a:spcAft>
              <a:buClr>
                <a:srgbClr val="000000"/>
              </a:buClr>
              <a:buSzPts val="1400"/>
              <a:buFont typeface="Arial"/>
              <a:buNone/>
              <a:defRPr sz="3078">
                <a:solidFill>
                  <a:srgbClr val="000000"/>
                </a:solidFill>
              </a:defRPr>
            </a:lvl2pPr>
            <a:lvl3pPr indent="-228600" lvl="2" marL="1371600" algn="l">
              <a:lnSpc>
                <a:spcPct val="100000"/>
              </a:lnSpc>
              <a:spcBef>
                <a:spcPts val="0"/>
              </a:spcBef>
              <a:spcAft>
                <a:spcPts val="0"/>
              </a:spcAft>
              <a:buClr>
                <a:srgbClr val="000000"/>
              </a:buClr>
              <a:buSzPts val="1400"/>
              <a:buFont typeface="Arial"/>
              <a:buNone/>
              <a:defRPr sz="3078">
                <a:solidFill>
                  <a:srgbClr val="000000"/>
                </a:solidFill>
              </a:defRPr>
            </a:lvl3pPr>
            <a:lvl4pPr indent="-228600" lvl="3" marL="1828800" algn="l">
              <a:lnSpc>
                <a:spcPct val="100000"/>
              </a:lnSpc>
              <a:spcBef>
                <a:spcPts val="0"/>
              </a:spcBef>
              <a:spcAft>
                <a:spcPts val="0"/>
              </a:spcAft>
              <a:buClr>
                <a:srgbClr val="000000"/>
              </a:buClr>
              <a:buSzPts val="1400"/>
              <a:buFont typeface="Arial"/>
              <a:buNone/>
              <a:defRPr sz="3078">
                <a:solidFill>
                  <a:srgbClr val="000000"/>
                </a:solidFill>
              </a:defRPr>
            </a:lvl4pPr>
            <a:lvl5pPr indent="-228600" lvl="4" marL="2286000" algn="l">
              <a:lnSpc>
                <a:spcPct val="100000"/>
              </a:lnSpc>
              <a:spcBef>
                <a:spcPts val="0"/>
              </a:spcBef>
              <a:spcAft>
                <a:spcPts val="0"/>
              </a:spcAft>
              <a:buClr>
                <a:srgbClr val="000000"/>
              </a:buClr>
              <a:buSzPts val="1400"/>
              <a:buFont typeface="Arial"/>
              <a:buNone/>
              <a:defRPr sz="3078">
                <a:solidFill>
                  <a:srgbClr val="000000"/>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25" name="Google Shape;525;p78"/>
          <p:cNvSpPr txBox="1"/>
          <p:nvPr>
            <p:ph idx="3" type="body"/>
          </p:nvPr>
        </p:nvSpPr>
        <p:spPr>
          <a:xfrm>
            <a:off x="1456358" y="4036932"/>
            <a:ext cx="7574659" cy="934038"/>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cxnSp>
        <p:nvCxnSpPr>
          <p:cNvPr id="526" name="Google Shape;526;p78"/>
          <p:cNvCxnSpPr/>
          <p:nvPr/>
        </p:nvCxnSpPr>
        <p:spPr>
          <a:xfrm>
            <a:off x="1591166" y="5310514"/>
            <a:ext cx="7300273" cy="2"/>
          </a:xfrm>
          <a:prstGeom prst="straightConnector1">
            <a:avLst/>
          </a:prstGeom>
          <a:noFill/>
          <a:ln cap="flat" cmpd="sng" w="25400">
            <a:solidFill>
              <a:srgbClr val="EEEEEE"/>
            </a:solidFill>
            <a:prstDash val="solid"/>
            <a:round/>
            <a:headEnd len="sm" w="sm" type="none"/>
            <a:tailEnd len="sm" w="sm" type="none"/>
          </a:ln>
        </p:spPr>
      </p:cxnSp>
      <p:sp>
        <p:nvSpPr>
          <p:cNvPr id="527" name="Google Shape;527;p78"/>
          <p:cNvSpPr txBox="1"/>
          <p:nvPr>
            <p:ph idx="4" type="body"/>
          </p:nvPr>
        </p:nvSpPr>
        <p:spPr>
          <a:xfrm>
            <a:off x="1456358" y="5643790"/>
            <a:ext cx="7574659" cy="4868069"/>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28" name="Google Shape;528;p78"/>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20">
  <p:cSld name="CUSTOM_20">
    <p:spTree>
      <p:nvGrpSpPr>
        <p:cNvPr id="529" name="Shape 529"/>
        <p:cNvGrpSpPr/>
        <p:nvPr/>
      </p:nvGrpSpPr>
      <p:grpSpPr>
        <a:xfrm>
          <a:off x="0" y="0"/>
          <a:ext cx="0" cy="0"/>
          <a:chOff x="0" y="0"/>
          <a:chExt cx="0" cy="0"/>
        </a:xfrm>
      </p:grpSpPr>
      <p:sp>
        <p:nvSpPr>
          <p:cNvPr id="530" name="Google Shape;530;p79"/>
          <p:cNvSpPr/>
          <p:nvPr/>
        </p:nvSpPr>
        <p:spPr>
          <a:xfrm>
            <a:off x="-1651" y="7583101"/>
            <a:ext cx="9165574" cy="3726250"/>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31" name="Google Shape;531;p79"/>
          <p:cNvSpPr/>
          <p:nvPr>
            <p:ph idx="2" type="pic"/>
          </p:nvPr>
        </p:nvSpPr>
        <p:spPr>
          <a:xfrm>
            <a:off x="1" y="0"/>
            <a:ext cx="9165572" cy="7583102"/>
          </a:xfrm>
          <a:prstGeom prst="rect">
            <a:avLst/>
          </a:prstGeom>
          <a:noFill/>
          <a:ln>
            <a:noFill/>
          </a:ln>
        </p:spPr>
      </p:sp>
      <p:sp>
        <p:nvSpPr>
          <p:cNvPr id="532" name="Google Shape;532;p79"/>
          <p:cNvSpPr/>
          <p:nvPr/>
        </p:nvSpPr>
        <p:spPr>
          <a:xfrm rot="-5400000">
            <a:off x="4474290" y="5033507"/>
            <a:ext cx="213722" cy="5312946"/>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33" name="Google Shape;533;p79"/>
          <p:cNvSpPr/>
          <p:nvPr/>
        </p:nvSpPr>
        <p:spPr>
          <a:xfrm rot="-5400000">
            <a:off x="4474290" y="8546037"/>
            <a:ext cx="213722" cy="5312946"/>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34" name="Google Shape;534;p79"/>
          <p:cNvSpPr txBox="1"/>
          <p:nvPr>
            <p:ph idx="1" type="body"/>
          </p:nvPr>
        </p:nvSpPr>
        <p:spPr>
          <a:xfrm>
            <a:off x="823158" y="8358828"/>
            <a:ext cx="7519254" cy="1084433"/>
          </a:xfrm>
          <a:prstGeom prst="rect">
            <a:avLst/>
          </a:prstGeom>
          <a:noFill/>
          <a:ln>
            <a:noFill/>
          </a:ln>
        </p:spPr>
        <p:txBody>
          <a:bodyPr anchorCtr="0" anchor="t" bIns="91400" lIns="91400" spcFirstLastPara="1" rIns="91400" wrap="square" tIns="91400">
            <a:normAutofit/>
          </a:bodyPr>
          <a:lstStyle>
            <a:lvl1pPr indent="-228600" lvl="0" marL="457200" algn="ctr">
              <a:lnSpc>
                <a:spcPct val="100000"/>
              </a:lnSpc>
              <a:spcBef>
                <a:spcPts val="0"/>
              </a:spcBef>
              <a:spcAft>
                <a:spcPts val="0"/>
              </a:spcAft>
              <a:buClr>
                <a:srgbClr val="FFFFFF"/>
              </a:buClr>
              <a:buSzPts val="1400"/>
              <a:buFont typeface="Arial"/>
              <a:buNone/>
              <a:defRPr sz="3078">
                <a:solidFill>
                  <a:srgbClr val="FFFFFF"/>
                </a:solidFill>
              </a:defRPr>
            </a:lvl1pPr>
            <a:lvl2pPr indent="-228600" lvl="1" marL="914400" algn="ctr">
              <a:lnSpc>
                <a:spcPct val="100000"/>
              </a:lnSpc>
              <a:spcBef>
                <a:spcPts val="0"/>
              </a:spcBef>
              <a:spcAft>
                <a:spcPts val="0"/>
              </a:spcAft>
              <a:buClr>
                <a:srgbClr val="FFFFFF"/>
              </a:buClr>
              <a:buSzPts val="1400"/>
              <a:buFont typeface="Arial"/>
              <a:buNone/>
              <a:defRPr sz="3078">
                <a:solidFill>
                  <a:srgbClr val="FFFFFF"/>
                </a:solidFill>
              </a:defRPr>
            </a:lvl2pPr>
            <a:lvl3pPr indent="-228600" lvl="2" marL="1371600" algn="ctr">
              <a:lnSpc>
                <a:spcPct val="100000"/>
              </a:lnSpc>
              <a:spcBef>
                <a:spcPts val="0"/>
              </a:spcBef>
              <a:spcAft>
                <a:spcPts val="0"/>
              </a:spcAft>
              <a:buClr>
                <a:srgbClr val="FFFFFF"/>
              </a:buClr>
              <a:buSzPts val="1400"/>
              <a:buFont typeface="Arial"/>
              <a:buNone/>
              <a:defRPr sz="3078">
                <a:solidFill>
                  <a:srgbClr val="FFFFFF"/>
                </a:solidFill>
              </a:defRPr>
            </a:lvl3pPr>
            <a:lvl4pPr indent="-228600" lvl="3" marL="1828800" algn="ctr">
              <a:lnSpc>
                <a:spcPct val="100000"/>
              </a:lnSpc>
              <a:spcBef>
                <a:spcPts val="0"/>
              </a:spcBef>
              <a:spcAft>
                <a:spcPts val="0"/>
              </a:spcAft>
              <a:buClr>
                <a:srgbClr val="FFFFFF"/>
              </a:buClr>
              <a:buSzPts val="1400"/>
              <a:buFont typeface="Arial"/>
              <a:buNone/>
              <a:defRPr sz="3078">
                <a:solidFill>
                  <a:srgbClr val="FFFFFF"/>
                </a:solidFill>
              </a:defRPr>
            </a:lvl4pPr>
            <a:lvl5pPr indent="-228600" lvl="4" marL="2286000" algn="ctr">
              <a:lnSpc>
                <a:spcPct val="100000"/>
              </a:lnSpc>
              <a:spcBef>
                <a:spcPts val="0"/>
              </a:spcBef>
              <a:spcAft>
                <a:spcPts val="0"/>
              </a:spcAft>
              <a:buClr>
                <a:srgbClr val="FFFFFF"/>
              </a:buClr>
              <a:buSzPts val="1400"/>
              <a:buFont typeface="Arial"/>
              <a:buNone/>
              <a:defRPr sz="307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35" name="Google Shape;535;p79"/>
          <p:cNvSpPr txBox="1"/>
          <p:nvPr>
            <p:ph idx="3" type="body"/>
          </p:nvPr>
        </p:nvSpPr>
        <p:spPr>
          <a:xfrm>
            <a:off x="823158" y="9443256"/>
            <a:ext cx="7519254" cy="1084431"/>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36" name="Google Shape;536;p79"/>
          <p:cNvSpPr txBox="1"/>
          <p:nvPr>
            <p:ph type="title"/>
          </p:nvPr>
        </p:nvSpPr>
        <p:spPr>
          <a:xfrm>
            <a:off x="9854176" y="1131925"/>
            <a:ext cx="9466342" cy="1203167"/>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37" name="Google Shape;537;p79"/>
          <p:cNvSpPr txBox="1"/>
          <p:nvPr>
            <p:ph idx="4" type="body"/>
          </p:nvPr>
        </p:nvSpPr>
        <p:spPr>
          <a:xfrm>
            <a:off x="9846259" y="2770442"/>
            <a:ext cx="9466342" cy="7773080"/>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38" name="Google Shape;538;p79"/>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21">
  <p:cSld name="CUSTOM_21">
    <p:spTree>
      <p:nvGrpSpPr>
        <p:cNvPr id="539" name="Shape 539"/>
        <p:cNvGrpSpPr/>
        <p:nvPr/>
      </p:nvGrpSpPr>
      <p:grpSpPr>
        <a:xfrm>
          <a:off x="0" y="0"/>
          <a:ext cx="0" cy="0"/>
          <a:chOff x="0" y="0"/>
          <a:chExt cx="0" cy="0"/>
        </a:xfrm>
      </p:grpSpPr>
      <p:sp>
        <p:nvSpPr>
          <p:cNvPr id="540" name="Google Shape;540;p80"/>
          <p:cNvSpPr/>
          <p:nvPr/>
        </p:nvSpPr>
        <p:spPr>
          <a:xfrm>
            <a:off x="0" y="3294601"/>
            <a:ext cx="20104100" cy="6308043"/>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cxnSp>
        <p:nvCxnSpPr>
          <p:cNvPr id="541" name="Google Shape;541;p80"/>
          <p:cNvCxnSpPr/>
          <p:nvPr/>
        </p:nvCxnSpPr>
        <p:spPr>
          <a:xfrm flipH="1">
            <a:off x="7044569" y="4124419"/>
            <a:ext cx="2" cy="4648412"/>
          </a:xfrm>
          <a:prstGeom prst="straightConnector1">
            <a:avLst/>
          </a:prstGeom>
          <a:noFill/>
          <a:ln cap="flat" cmpd="sng" w="50800">
            <a:solidFill>
              <a:srgbClr val="FFFFFF"/>
            </a:solidFill>
            <a:prstDash val="solid"/>
            <a:round/>
            <a:headEnd len="sm" w="sm" type="none"/>
            <a:tailEnd len="sm" w="sm" type="none"/>
          </a:ln>
        </p:spPr>
      </p:cxnSp>
      <p:sp>
        <p:nvSpPr>
          <p:cNvPr id="542" name="Google Shape;542;p80"/>
          <p:cNvSpPr/>
          <p:nvPr/>
        </p:nvSpPr>
        <p:spPr>
          <a:xfrm rot="5400000">
            <a:off x="2954183" y="5281222"/>
            <a:ext cx="2515172" cy="176111"/>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43" name="Google Shape;543;p80"/>
          <p:cNvSpPr/>
          <p:nvPr>
            <p:ph idx="2" type="pic"/>
          </p:nvPr>
        </p:nvSpPr>
        <p:spPr>
          <a:xfrm>
            <a:off x="1139759" y="4124006"/>
            <a:ext cx="2493227" cy="2493402"/>
          </a:xfrm>
          <a:prstGeom prst="rect">
            <a:avLst/>
          </a:prstGeom>
          <a:noFill/>
          <a:ln>
            <a:noFill/>
          </a:ln>
        </p:spPr>
      </p:sp>
      <p:sp>
        <p:nvSpPr>
          <p:cNvPr id="544" name="Google Shape;544;p80"/>
          <p:cNvSpPr txBox="1"/>
          <p:nvPr>
            <p:ph idx="1" type="body"/>
          </p:nvPr>
        </p:nvSpPr>
        <p:spPr>
          <a:xfrm>
            <a:off x="941885" y="6878617"/>
            <a:ext cx="5516755" cy="1029024"/>
          </a:xfrm>
          <a:prstGeom prst="rect">
            <a:avLst/>
          </a:prstGeom>
          <a:noFill/>
          <a:ln>
            <a:noFill/>
          </a:ln>
        </p:spPr>
        <p:txBody>
          <a:bodyPr anchorCtr="0" anchor="t" bIns="91400" lIns="91400" spcFirstLastPara="1" rIns="91400" wrap="square" tIns="91400">
            <a:normAutofit/>
          </a:bodyPr>
          <a:lstStyle>
            <a:lvl1pPr indent="-228600" lvl="0" marL="457200" algn="l">
              <a:lnSpc>
                <a:spcPct val="100000"/>
              </a:lnSpc>
              <a:spcBef>
                <a:spcPts val="0"/>
              </a:spcBef>
              <a:spcAft>
                <a:spcPts val="0"/>
              </a:spcAft>
              <a:buClr>
                <a:srgbClr val="FFFFFF"/>
              </a:buClr>
              <a:buSzPts val="1400"/>
              <a:buFont typeface="Arial"/>
              <a:buNone/>
              <a:defRPr sz="3078">
                <a:solidFill>
                  <a:srgbClr val="FFFFFF"/>
                </a:solidFill>
              </a:defRPr>
            </a:lvl1pPr>
            <a:lvl2pPr indent="-228600" lvl="1" marL="914400" algn="l">
              <a:lnSpc>
                <a:spcPct val="100000"/>
              </a:lnSpc>
              <a:spcBef>
                <a:spcPts val="0"/>
              </a:spcBef>
              <a:spcAft>
                <a:spcPts val="0"/>
              </a:spcAft>
              <a:buClr>
                <a:srgbClr val="FFFFFF"/>
              </a:buClr>
              <a:buSzPts val="1400"/>
              <a:buFont typeface="Arial"/>
              <a:buNone/>
              <a:defRPr sz="3078">
                <a:solidFill>
                  <a:srgbClr val="FFFFFF"/>
                </a:solidFill>
              </a:defRPr>
            </a:lvl2pPr>
            <a:lvl3pPr indent="-228600" lvl="2" marL="1371600" algn="l">
              <a:lnSpc>
                <a:spcPct val="100000"/>
              </a:lnSpc>
              <a:spcBef>
                <a:spcPts val="0"/>
              </a:spcBef>
              <a:spcAft>
                <a:spcPts val="0"/>
              </a:spcAft>
              <a:buClr>
                <a:srgbClr val="FFFFFF"/>
              </a:buClr>
              <a:buSzPts val="1400"/>
              <a:buFont typeface="Arial"/>
              <a:buNone/>
              <a:defRPr sz="3078">
                <a:solidFill>
                  <a:srgbClr val="FFFFFF"/>
                </a:solidFill>
              </a:defRPr>
            </a:lvl3pPr>
            <a:lvl4pPr indent="-228600" lvl="3" marL="1828800" algn="l">
              <a:lnSpc>
                <a:spcPct val="100000"/>
              </a:lnSpc>
              <a:spcBef>
                <a:spcPts val="0"/>
              </a:spcBef>
              <a:spcAft>
                <a:spcPts val="0"/>
              </a:spcAft>
              <a:buClr>
                <a:srgbClr val="FFFFFF"/>
              </a:buClr>
              <a:buSzPts val="1400"/>
              <a:buFont typeface="Arial"/>
              <a:buNone/>
              <a:defRPr sz="3078">
                <a:solidFill>
                  <a:srgbClr val="FFFFFF"/>
                </a:solidFill>
              </a:defRPr>
            </a:lvl4pPr>
            <a:lvl5pPr indent="-228600" lvl="4" marL="2286000" algn="l">
              <a:lnSpc>
                <a:spcPct val="100000"/>
              </a:lnSpc>
              <a:spcBef>
                <a:spcPts val="0"/>
              </a:spcBef>
              <a:spcAft>
                <a:spcPts val="0"/>
              </a:spcAft>
              <a:buClr>
                <a:srgbClr val="FFFFFF"/>
              </a:buClr>
              <a:buSzPts val="1400"/>
              <a:buFont typeface="Arial"/>
              <a:buNone/>
              <a:defRPr sz="307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45" name="Google Shape;545;p80"/>
          <p:cNvSpPr txBox="1"/>
          <p:nvPr>
            <p:ph idx="3" type="body"/>
          </p:nvPr>
        </p:nvSpPr>
        <p:spPr>
          <a:xfrm>
            <a:off x="941886" y="7907639"/>
            <a:ext cx="5516757" cy="1029024"/>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46" name="Google Shape;546;p80"/>
          <p:cNvSpPr txBox="1"/>
          <p:nvPr>
            <p:ph idx="4" type="body"/>
          </p:nvPr>
        </p:nvSpPr>
        <p:spPr>
          <a:xfrm>
            <a:off x="7630501" y="3957779"/>
            <a:ext cx="11555243" cy="5058042"/>
          </a:xfrm>
          <a:prstGeom prst="rect">
            <a:avLst/>
          </a:prstGeom>
          <a:noFill/>
          <a:ln>
            <a:noFill/>
          </a:ln>
        </p:spPr>
        <p:txBody>
          <a:bodyPr anchorCtr="0" anchor="t" bIns="91400" lIns="91400" spcFirstLastPara="1" rIns="91400" wrap="square" tIns="9140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47" name="Google Shape;547;p80"/>
          <p:cNvSpPr txBox="1"/>
          <p:nvPr>
            <p:ph type="title"/>
          </p:nvPr>
        </p:nvSpPr>
        <p:spPr>
          <a:xfrm>
            <a:off x="767755" y="1060685"/>
            <a:ext cx="18576505"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48" name="Google Shape;548;p80"/>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22">
  <p:cSld name="CUSTOM_22">
    <p:spTree>
      <p:nvGrpSpPr>
        <p:cNvPr id="549" name="Shape 549"/>
        <p:cNvGrpSpPr/>
        <p:nvPr/>
      </p:nvGrpSpPr>
      <p:grpSpPr>
        <a:xfrm>
          <a:off x="0" y="0"/>
          <a:ext cx="0" cy="0"/>
          <a:chOff x="0" y="0"/>
          <a:chExt cx="0" cy="0"/>
        </a:xfrm>
      </p:grpSpPr>
      <p:sp>
        <p:nvSpPr>
          <p:cNvPr id="550" name="Google Shape;550;p81"/>
          <p:cNvSpPr/>
          <p:nvPr>
            <p:ph idx="2" type="pic"/>
          </p:nvPr>
        </p:nvSpPr>
        <p:spPr>
          <a:xfrm>
            <a:off x="-15831" y="0"/>
            <a:ext cx="11381772" cy="11327160"/>
          </a:xfrm>
          <a:prstGeom prst="rect">
            <a:avLst/>
          </a:prstGeom>
          <a:noFill/>
          <a:ln>
            <a:noFill/>
          </a:ln>
        </p:spPr>
      </p:sp>
      <p:sp>
        <p:nvSpPr>
          <p:cNvPr id="551" name="Google Shape;551;p81"/>
          <p:cNvSpPr/>
          <p:nvPr/>
        </p:nvSpPr>
        <p:spPr>
          <a:xfrm>
            <a:off x="19083176" y="0"/>
            <a:ext cx="804034" cy="11311989"/>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52" name="Google Shape;552;p81"/>
          <p:cNvSpPr/>
          <p:nvPr/>
        </p:nvSpPr>
        <p:spPr>
          <a:xfrm>
            <a:off x="19593583" y="0"/>
            <a:ext cx="510520" cy="11311989"/>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53" name="Google Shape;553;p81"/>
          <p:cNvSpPr txBox="1"/>
          <p:nvPr>
            <p:ph type="title"/>
          </p:nvPr>
        </p:nvSpPr>
        <p:spPr>
          <a:xfrm>
            <a:off x="12173271" y="783639"/>
            <a:ext cx="6664432" cy="1203167"/>
          </a:xfrm>
          <a:prstGeom prst="rect">
            <a:avLst/>
          </a:prstGeom>
          <a:noFill/>
          <a:ln>
            <a:noFill/>
          </a:ln>
        </p:spPr>
        <p:txBody>
          <a:bodyPr anchorCtr="0" anchor="t" bIns="91400" lIns="91400" spcFirstLastPara="1" rIns="91400" wrap="square" tIns="91400">
            <a:normAutofit/>
          </a:bodyPr>
          <a:lstStyle>
            <a:lvl1pPr lvl="0" algn="l">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54" name="Google Shape;554;p81"/>
          <p:cNvSpPr txBox="1"/>
          <p:nvPr/>
        </p:nvSpPr>
        <p:spPr>
          <a:xfrm>
            <a:off x="12348227" y="2802921"/>
            <a:ext cx="6487666" cy="544701"/>
          </a:xfrm>
          <a:prstGeom prst="rect">
            <a:avLst/>
          </a:prstGeom>
          <a:noFill/>
          <a:ln>
            <a:noFill/>
          </a:ln>
        </p:spPr>
        <p:txBody>
          <a:bodyPr anchorCtr="0" anchor="b"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3078" u="none" cap="none" strike="noStrike">
                <a:solidFill>
                  <a:srgbClr val="000000"/>
                </a:solidFill>
                <a:latin typeface="Arial"/>
                <a:ea typeface="Arial"/>
                <a:cs typeface="Arial"/>
                <a:sym typeface="Arial"/>
              </a:rPr>
              <a:t>Number</a:t>
            </a:r>
            <a:endParaRPr b="0" i="0" sz="3078" u="none" cap="none" strike="noStrike">
              <a:solidFill>
                <a:srgbClr val="000000"/>
              </a:solidFill>
              <a:latin typeface="Arial"/>
              <a:ea typeface="Arial"/>
              <a:cs typeface="Arial"/>
              <a:sym typeface="Arial"/>
            </a:endParaRPr>
          </a:p>
        </p:txBody>
      </p:sp>
      <p:sp>
        <p:nvSpPr>
          <p:cNvPr id="555" name="Google Shape;555;p81"/>
          <p:cNvSpPr txBox="1"/>
          <p:nvPr/>
        </p:nvSpPr>
        <p:spPr>
          <a:xfrm>
            <a:off x="12348232" y="5397519"/>
            <a:ext cx="6487664" cy="544701"/>
          </a:xfrm>
          <a:prstGeom prst="rect">
            <a:avLst/>
          </a:prstGeom>
          <a:noFill/>
          <a:ln>
            <a:noFill/>
          </a:ln>
        </p:spPr>
        <p:txBody>
          <a:bodyPr anchorCtr="0" anchor="b"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3078" u="none" cap="none" strike="noStrike">
                <a:solidFill>
                  <a:srgbClr val="000000"/>
                </a:solidFill>
                <a:latin typeface="Arial"/>
                <a:ea typeface="Arial"/>
                <a:cs typeface="Arial"/>
                <a:sym typeface="Arial"/>
              </a:rPr>
              <a:t>Email</a:t>
            </a:r>
            <a:endParaRPr b="0" i="0" sz="3078" u="none" cap="none" strike="noStrike">
              <a:solidFill>
                <a:srgbClr val="000000"/>
              </a:solidFill>
              <a:latin typeface="Arial"/>
              <a:ea typeface="Arial"/>
              <a:cs typeface="Arial"/>
              <a:sym typeface="Arial"/>
            </a:endParaRPr>
          </a:p>
        </p:txBody>
      </p:sp>
      <p:sp>
        <p:nvSpPr>
          <p:cNvPr id="556" name="Google Shape;556;p81"/>
          <p:cNvSpPr txBox="1"/>
          <p:nvPr/>
        </p:nvSpPr>
        <p:spPr>
          <a:xfrm>
            <a:off x="12348227" y="8025321"/>
            <a:ext cx="6487666" cy="544701"/>
          </a:xfrm>
          <a:prstGeom prst="rect">
            <a:avLst/>
          </a:prstGeom>
          <a:noFill/>
          <a:ln>
            <a:noFill/>
          </a:ln>
        </p:spPr>
        <p:txBody>
          <a:bodyPr anchorCtr="0" anchor="b"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3078" u="none" cap="none" strike="noStrike">
                <a:solidFill>
                  <a:srgbClr val="000000"/>
                </a:solidFill>
                <a:latin typeface="Arial"/>
                <a:ea typeface="Arial"/>
                <a:cs typeface="Arial"/>
                <a:sym typeface="Arial"/>
              </a:rPr>
              <a:t>Site Link</a:t>
            </a:r>
            <a:endParaRPr b="0" i="0" sz="3078" u="none" cap="none" strike="noStrike">
              <a:solidFill>
                <a:srgbClr val="000000"/>
              </a:solidFill>
              <a:latin typeface="Arial"/>
              <a:ea typeface="Arial"/>
              <a:cs typeface="Arial"/>
              <a:sym typeface="Arial"/>
            </a:endParaRPr>
          </a:p>
        </p:txBody>
      </p:sp>
      <p:sp>
        <p:nvSpPr>
          <p:cNvPr id="557" name="Google Shape;557;p81"/>
          <p:cNvSpPr txBox="1"/>
          <p:nvPr>
            <p:ph idx="1" type="body"/>
          </p:nvPr>
        </p:nvSpPr>
        <p:spPr>
          <a:xfrm>
            <a:off x="12347399" y="3601579"/>
            <a:ext cx="6490302" cy="1092349"/>
          </a:xfrm>
          <a:prstGeom prst="rect">
            <a:avLst/>
          </a:prstGeom>
          <a:noFill/>
          <a:ln>
            <a:noFill/>
          </a:ln>
        </p:spPr>
        <p:txBody>
          <a:bodyPr anchorCtr="0" anchor="t" bIns="0" lIns="0" spcFirstLastPara="1" rIns="0" wrap="square" tIns="0">
            <a:normAutofit/>
          </a:bodyPr>
          <a:lstStyle>
            <a:lvl1pPr indent="-298450" lvl="0" marL="457200" algn="l">
              <a:lnSpc>
                <a:spcPct val="115000"/>
              </a:lnSpc>
              <a:spcBef>
                <a:spcPts val="0"/>
              </a:spcBef>
              <a:spcAft>
                <a:spcPts val="0"/>
              </a:spcAft>
              <a:buClr>
                <a:srgbClr val="585858"/>
              </a:buClr>
              <a:buSzPts val="1100"/>
              <a:buFont typeface="Helvetica Neue"/>
              <a:buChar char="●"/>
              <a:defRPr sz="2418">
                <a:solidFill>
                  <a:srgbClr val="585858"/>
                </a:solidFill>
              </a:defRPr>
            </a:lvl1pPr>
            <a:lvl2pPr indent="-298450" lvl="1" marL="914400" algn="l">
              <a:lnSpc>
                <a:spcPct val="115000"/>
              </a:lnSpc>
              <a:spcBef>
                <a:spcPts val="0"/>
              </a:spcBef>
              <a:spcAft>
                <a:spcPts val="0"/>
              </a:spcAft>
              <a:buClr>
                <a:srgbClr val="585858"/>
              </a:buClr>
              <a:buSzPts val="1100"/>
              <a:buFont typeface="Helvetica Neue"/>
              <a:buChar char="○"/>
              <a:defRPr sz="2418">
                <a:solidFill>
                  <a:srgbClr val="585858"/>
                </a:solidFill>
              </a:defRPr>
            </a:lvl2pPr>
            <a:lvl3pPr indent="-298450" lvl="2" marL="1371600" algn="l">
              <a:lnSpc>
                <a:spcPct val="115000"/>
              </a:lnSpc>
              <a:spcBef>
                <a:spcPts val="0"/>
              </a:spcBef>
              <a:spcAft>
                <a:spcPts val="0"/>
              </a:spcAft>
              <a:buClr>
                <a:srgbClr val="585858"/>
              </a:buClr>
              <a:buSzPts val="1100"/>
              <a:buFont typeface="Helvetica Neue"/>
              <a:buChar char="■"/>
              <a:defRPr sz="2418">
                <a:solidFill>
                  <a:srgbClr val="585858"/>
                </a:solidFill>
              </a:defRPr>
            </a:lvl3pPr>
            <a:lvl4pPr indent="-298450" lvl="3" marL="1828800" algn="l">
              <a:lnSpc>
                <a:spcPct val="115000"/>
              </a:lnSpc>
              <a:spcBef>
                <a:spcPts val="0"/>
              </a:spcBef>
              <a:spcAft>
                <a:spcPts val="0"/>
              </a:spcAft>
              <a:buClr>
                <a:srgbClr val="585858"/>
              </a:buClr>
              <a:buSzPts val="1100"/>
              <a:buFont typeface="Helvetica Neue"/>
              <a:buChar char="●"/>
              <a:defRPr sz="2418">
                <a:solidFill>
                  <a:srgbClr val="585858"/>
                </a:solidFill>
              </a:defRPr>
            </a:lvl4pPr>
            <a:lvl5pPr indent="-298450" lvl="4" marL="2286000" algn="l">
              <a:lnSpc>
                <a:spcPct val="115000"/>
              </a:lnSpc>
              <a:spcBef>
                <a:spcPts val="0"/>
              </a:spcBef>
              <a:spcAft>
                <a:spcPts val="0"/>
              </a:spcAft>
              <a:buClr>
                <a:srgbClr val="585858"/>
              </a:buClr>
              <a:buSzPts val="1100"/>
              <a:buFont typeface="Helvetica Neue"/>
              <a:buChar char="○"/>
              <a:defRPr sz="2418">
                <a:solidFill>
                  <a:srgbClr val="585858"/>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58" name="Google Shape;558;p81"/>
          <p:cNvSpPr txBox="1"/>
          <p:nvPr>
            <p:ph idx="3" type="body"/>
          </p:nvPr>
        </p:nvSpPr>
        <p:spPr>
          <a:xfrm>
            <a:off x="12347399" y="6189965"/>
            <a:ext cx="6490302" cy="1092349"/>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59" name="Google Shape;559;p81"/>
          <p:cNvSpPr txBox="1"/>
          <p:nvPr>
            <p:ph idx="4" type="body"/>
          </p:nvPr>
        </p:nvSpPr>
        <p:spPr>
          <a:xfrm>
            <a:off x="12347399" y="8817930"/>
            <a:ext cx="6490302" cy="1092349"/>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60" name="Google Shape;560;p81"/>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23">
  <p:cSld name="CUSTOM_23">
    <p:spTree>
      <p:nvGrpSpPr>
        <p:cNvPr id="561" name="Shape 561"/>
        <p:cNvGrpSpPr/>
        <p:nvPr/>
      </p:nvGrpSpPr>
      <p:grpSpPr>
        <a:xfrm>
          <a:off x="0" y="0"/>
          <a:ext cx="0" cy="0"/>
          <a:chOff x="0" y="0"/>
          <a:chExt cx="0" cy="0"/>
        </a:xfrm>
      </p:grpSpPr>
      <p:sp>
        <p:nvSpPr>
          <p:cNvPr id="562" name="Google Shape;562;p82"/>
          <p:cNvSpPr txBox="1"/>
          <p:nvPr>
            <p:ph type="title"/>
          </p:nvPr>
        </p:nvSpPr>
        <p:spPr>
          <a:xfrm>
            <a:off x="150383" y="1369391"/>
            <a:ext cx="6482389" cy="1203164"/>
          </a:xfrm>
          <a:prstGeom prst="rect">
            <a:avLst/>
          </a:prstGeom>
          <a:noFill/>
          <a:ln>
            <a:noFill/>
          </a:ln>
        </p:spPr>
        <p:txBody>
          <a:bodyPr anchorCtr="0" anchor="t" bIns="91400" lIns="91400" spcFirstLastPara="1" rIns="91400" wrap="square" tIns="91400">
            <a:normAutofit/>
          </a:bodyPr>
          <a:lstStyle>
            <a:lvl1pPr lvl="0" algn="ctr">
              <a:lnSpc>
                <a:spcPct val="100000"/>
              </a:lnSpc>
              <a:spcBef>
                <a:spcPts val="0"/>
              </a:spcBef>
              <a:spcAft>
                <a:spcPts val="0"/>
              </a:spcAft>
              <a:buClr>
                <a:srgbClr val="000000"/>
              </a:buClr>
              <a:buSzPts val="2000"/>
              <a:buFont typeface="Arial"/>
              <a:buNone/>
              <a:defRPr sz="4397"/>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63" name="Google Shape;563;p82"/>
          <p:cNvSpPr/>
          <p:nvPr/>
        </p:nvSpPr>
        <p:spPr>
          <a:xfrm>
            <a:off x="6755124" y="-2533"/>
            <a:ext cx="12565065" cy="10492733"/>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64" name="Google Shape;564;p82"/>
          <p:cNvSpPr/>
          <p:nvPr/>
        </p:nvSpPr>
        <p:spPr>
          <a:xfrm>
            <a:off x="19083176" y="-2"/>
            <a:ext cx="804034" cy="10492733"/>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65" name="Google Shape;565;p82"/>
          <p:cNvSpPr/>
          <p:nvPr/>
        </p:nvSpPr>
        <p:spPr>
          <a:xfrm>
            <a:off x="19593583" y="-2"/>
            <a:ext cx="510520" cy="10492733"/>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66" name="Google Shape;566;p82"/>
          <p:cNvSpPr/>
          <p:nvPr>
            <p:ph idx="2" type="pic"/>
          </p:nvPr>
        </p:nvSpPr>
        <p:spPr>
          <a:xfrm>
            <a:off x="-7916" y="4899729"/>
            <a:ext cx="6759412" cy="6411600"/>
          </a:xfrm>
          <a:prstGeom prst="rect">
            <a:avLst/>
          </a:prstGeom>
          <a:noFill/>
          <a:ln>
            <a:noFill/>
          </a:ln>
        </p:spPr>
      </p:sp>
      <p:sp>
        <p:nvSpPr>
          <p:cNvPr id="567" name="Google Shape;567;p82"/>
          <p:cNvSpPr txBox="1"/>
          <p:nvPr/>
        </p:nvSpPr>
        <p:spPr>
          <a:xfrm>
            <a:off x="7478493" y="1316144"/>
            <a:ext cx="11115960" cy="544701"/>
          </a:xfrm>
          <a:prstGeom prst="rect">
            <a:avLst/>
          </a:prstGeom>
          <a:noFill/>
          <a:ln>
            <a:noFill/>
          </a:ln>
        </p:spPr>
        <p:txBody>
          <a:bodyPr anchorCtr="0" anchor="b" bIns="0" lIns="0" spcFirstLastPara="1" rIns="0" wrap="square" tIns="0">
            <a:spAutoFit/>
          </a:bodyPr>
          <a:lstStyle/>
          <a:p>
            <a:pPr indent="0" lvl="0" marL="0" marR="0" rtl="0" algn="l">
              <a:lnSpc>
                <a:spcPct val="115000"/>
              </a:lnSpc>
              <a:spcBef>
                <a:spcPts val="0"/>
              </a:spcBef>
              <a:spcAft>
                <a:spcPts val="0"/>
              </a:spcAft>
              <a:buClr>
                <a:srgbClr val="FFFFFF"/>
              </a:buClr>
              <a:buSzPts val="1400"/>
              <a:buFont typeface="Arial"/>
              <a:buNone/>
            </a:pPr>
            <a:r>
              <a:rPr b="0" i="0" lang="en-US" sz="3078" u="none" cap="none" strike="noStrike">
                <a:solidFill>
                  <a:srgbClr val="FFFFFF"/>
                </a:solidFill>
                <a:latin typeface="Arial"/>
                <a:ea typeface="Arial"/>
                <a:cs typeface="Arial"/>
                <a:sym typeface="Arial"/>
              </a:rPr>
              <a:t>Number</a:t>
            </a:r>
            <a:endParaRPr b="0" i="0" sz="3078" u="none" cap="none" strike="noStrike">
              <a:solidFill>
                <a:srgbClr val="000000"/>
              </a:solidFill>
              <a:latin typeface="Arial"/>
              <a:ea typeface="Arial"/>
              <a:cs typeface="Arial"/>
              <a:sym typeface="Arial"/>
            </a:endParaRPr>
          </a:p>
        </p:txBody>
      </p:sp>
      <p:sp>
        <p:nvSpPr>
          <p:cNvPr id="568" name="Google Shape;568;p82"/>
          <p:cNvSpPr txBox="1"/>
          <p:nvPr/>
        </p:nvSpPr>
        <p:spPr>
          <a:xfrm>
            <a:off x="7478498" y="3528764"/>
            <a:ext cx="11115960" cy="544701"/>
          </a:xfrm>
          <a:prstGeom prst="rect">
            <a:avLst/>
          </a:prstGeom>
          <a:noFill/>
          <a:ln>
            <a:noFill/>
          </a:ln>
        </p:spPr>
        <p:txBody>
          <a:bodyPr anchorCtr="0" anchor="b" bIns="0" lIns="0" spcFirstLastPara="1" rIns="0" wrap="square" tIns="0">
            <a:spAutoFit/>
          </a:bodyPr>
          <a:lstStyle/>
          <a:p>
            <a:pPr indent="0" lvl="0" marL="0" marR="0" rtl="0" algn="l">
              <a:lnSpc>
                <a:spcPct val="115000"/>
              </a:lnSpc>
              <a:spcBef>
                <a:spcPts val="0"/>
              </a:spcBef>
              <a:spcAft>
                <a:spcPts val="0"/>
              </a:spcAft>
              <a:buClr>
                <a:srgbClr val="FFFFFF"/>
              </a:buClr>
              <a:buSzPts val="1400"/>
              <a:buFont typeface="Arial"/>
              <a:buNone/>
            </a:pPr>
            <a:r>
              <a:rPr b="0" i="0" lang="en-US" sz="3078" u="none" cap="none" strike="noStrike">
                <a:solidFill>
                  <a:srgbClr val="FFFFFF"/>
                </a:solidFill>
                <a:latin typeface="Arial"/>
                <a:ea typeface="Arial"/>
                <a:cs typeface="Arial"/>
                <a:sym typeface="Arial"/>
              </a:rPr>
              <a:t>Email</a:t>
            </a:r>
            <a:endParaRPr b="0" i="0" sz="3078" u="none" cap="none" strike="noStrike">
              <a:solidFill>
                <a:srgbClr val="000000"/>
              </a:solidFill>
              <a:latin typeface="Arial"/>
              <a:ea typeface="Arial"/>
              <a:cs typeface="Arial"/>
              <a:sym typeface="Arial"/>
            </a:endParaRPr>
          </a:p>
        </p:txBody>
      </p:sp>
      <p:sp>
        <p:nvSpPr>
          <p:cNvPr id="569" name="Google Shape;569;p82"/>
          <p:cNvSpPr txBox="1"/>
          <p:nvPr/>
        </p:nvSpPr>
        <p:spPr>
          <a:xfrm>
            <a:off x="7478493" y="5735720"/>
            <a:ext cx="11115960" cy="544701"/>
          </a:xfrm>
          <a:prstGeom prst="rect">
            <a:avLst/>
          </a:prstGeom>
          <a:noFill/>
          <a:ln>
            <a:noFill/>
          </a:ln>
        </p:spPr>
        <p:txBody>
          <a:bodyPr anchorCtr="0" anchor="b" bIns="0" lIns="0" spcFirstLastPara="1" rIns="0" wrap="square" tIns="0">
            <a:spAutoFit/>
          </a:bodyPr>
          <a:lstStyle/>
          <a:p>
            <a:pPr indent="0" lvl="0" marL="0" marR="0" rtl="0" algn="l">
              <a:lnSpc>
                <a:spcPct val="115000"/>
              </a:lnSpc>
              <a:spcBef>
                <a:spcPts val="0"/>
              </a:spcBef>
              <a:spcAft>
                <a:spcPts val="0"/>
              </a:spcAft>
              <a:buClr>
                <a:srgbClr val="FFFFFF"/>
              </a:buClr>
              <a:buSzPts val="1400"/>
              <a:buFont typeface="Arial"/>
              <a:buNone/>
            </a:pPr>
            <a:r>
              <a:rPr b="0" i="0" lang="en-US" sz="3078" u="none" cap="none" strike="noStrike">
                <a:solidFill>
                  <a:srgbClr val="FFFFFF"/>
                </a:solidFill>
                <a:latin typeface="Arial"/>
                <a:ea typeface="Arial"/>
                <a:cs typeface="Arial"/>
                <a:sym typeface="Arial"/>
              </a:rPr>
              <a:t>Site Link</a:t>
            </a:r>
            <a:endParaRPr b="0" i="0" sz="3078" u="none" cap="none" strike="noStrike">
              <a:solidFill>
                <a:srgbClr val="000000"/>
              </a:solidFill>
              <a:latin typeface="Arial"/>
              <a:ea typeface="Arial"/>
              <a:cs typeface="Arial"/>
              <a:sym typeface="Arial"/>
            </a:endParaRPr>
          </a:p>
        </p:txBody>
      </p:sp>
      <p:sp>
        <p:nvSpPr>
          <p:cNvPr id="570" name="Google Shape;570;p82"/>
          <p:cNvSpPr txBox="1"/>
          <p:nvPr/>
        </p:nvSpPr>
        <p:spPr>
          <a:xfrm>
            <a:off x="7478529" y="7771735"/>
            <a:ext cx="10914787" cy="47365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1400"/>
              <a:buFont typeface="Arial"/>
              <a:buNone/>
            </a:pPr>
            <a:r>
              <a:rPr b="0" i="0" lang="en-US" sz="3078" u="none" cap="none" strike="noStrike">
                <a:solidFill>
                  <a:srgbClr val="FFFFFF"/>
                </a:solidFill>
                <a:latin typeface="Arial"/>
                <a:ea typeface="Arial"/>
                <a:cs typeface="Arial"/>
                <a:sym typeface="Arial"/>
              </a:rPr>
              <a:t>Address</a:t>
            </a:r>
            <a:endParaRPr b="0" i="0" sz="3078" u="none" cap="none" strike="noStrike">
              <a:solidFill>
                <a:srgbClr val="000000"/>
              </a:solidFill>
              <a:latin typeface="Arial"/>
              <a:ea typeface="Arial"/>
              <a:cs typeface="Arial"/>
              <a:sym typeface="Arial"/>
            </a:endParaRPr>
          </a:p>
        </p:txBody>
      </p:sp>
      <p:sp>
        <p:nvSpPr>
          <p:cNvPr id="571" name="Google Shape;571;p82"/>
          <p:cNvSpPr txBox="1"/>
          <p:nvPr>
            <p:ph idx="1" type="body"/>
          </p:nvPr>
        </p:nvSpPr>
        <p:spPr>
          <a:xfrm>
            <a:off x="7479676" y="2042212"/>
            <a:ext cx="11120577" cy="1092349"/>
          </a:xfrm>
          <a:prstGeom prst="rect">
            <a:avLst/>
          </a:prstGeom>
          <a:noFill/>
          <a:ln>
            <a:noFill/>
          </a:ln>
        </p:spPr>
        <p:txBody>
          <a:bodyPr anchorCtr="0" anchor="t" bIns="0" lIns="0" spcFirstLastPara="1" rIns="0" wrap="square" tIns="0">
            <a:normAutofit/>
          </a:bodyPr>
          <a:lstStyle>
            <a:lvl1pPr indent="-298450" lvl="0" marL="457200" algn="l">
              <a:lnSpc>
                <a:spcPct val="115000"/>
              </a:lnSpc>
              <a:spcBef>
                <a:spcPts val="0"/>
              </a:spcBef>
              <a:spcAft>
                <a:spcPts val="0"/>
              </a:spcAft>
              <a:buClr>
                <a:srgbClr val="FFFFFF"/>
              </a:buClr>
              <a:buSzPts val="1100"/>
              <a:buFont typeface="Helvetica Neue"/>
              <a:buChar char="●"/>
              <a:defRPr sz="2418">
                <a:solidFill>
                  <a:srgbClr val="FFFFFF"/>
                </a:solidFill>
              </a:defRPr>
            </a:lvl1pPr>
            <a:lvl2pPr indent="-298450" lvl="1" marL="914400" algn="l">
              <a:lnSpc>
                <a:spcPct val="115000"/>
              </a:lnSpc>
              <a:spcBef>
                <a:spcPts val="0"/>
              </a:spcBef>
              <a:spcAft>
                <a:spcPts val="0"/>
              </a:spcAft>
              <a:buClr>
                <a:srgbClr val="FFFFFF"/>
              </a:buClr>
              <a:buSzPts val="1100"/>
              <a:buFont typeface="Helvetica Neue"/>
              <a:buChar char="○"/>
              <a:defRPr sz="2418">
                <a:solidFill>
                  <a:srgbClr val="FFFFFF"/>
                </a:solidFill>
              </a:defRPr>
            </a:lvl2pPr>
            <a:lvl3pPr indent="-298450" lvl="2" marL="1371600" algn="l">
              <a:lnSpc>
                <a:spcPct val="115000"/>
              </a:lnSpc>
              <a:spcBef>
                <a:spcPts val="0"/>
              </a:spcBef>
              <a:spcAft>
                <a:spcPts val="0"/>
              </a:spcAft>
              <a:buClr>
                <a:srgbClr val="FFFFFF"/>
              </a:buClr>
              <a:buSzPts val="1100"/>
              <a:buFont typeface="Helvetica Neue"/>
              <a:buChar char="■"/>
              <a:defRPr sz="2418">
                <a:solidFill>
                  <a:srgbClr val="FFFFFF"/>
                </a:solidFill>
              </a:defRPr>
            </a:lvl3pPr>
            <a:lvl4pPr indent="-298450" lvl="3" marL="1828800" algn="l">
              <a:lnSpc>
                <a:spcPct val="115000"/>
              </a:lnSpc>
              <a:spcBef>
                <a:spcPts val="0"/>
              </a:spcBef>
              <a:spcAft>
                <a:spcPts val="0"/>
              </a:spcAft>
              <a:buClr>
                <a:srgbClr val="FFFFFF"/>
              </a:buClr>
              <a:buSzPts val="1100"/>
              <a:buFont typeface="Helvetica Neue"/>
              <a:buChar char="●"/>
              <a:defRPr sz="2418">
                <a:solidFill>
                  <a:srgbClr val="FFFFFF"/>
                </a:solidFill>
              </a:defRPr>
            </a:lvl4pPr>
            <a:lvl5pPr indent="-298450" lvl="4" marL="2286000" algn="l">
              <a:lnSpc>
                <a:spcPct val="115000"/>
              </a:lnSpc>
              <a:spcBef>
                <a:spcPts val="0"/>
              </a:spcBef>
              <a:spcAft>
                <a:spcPts val="0"/>
              </a:spcAft>
              <a:buClr>
                <a:srgbClr val="FFFFFF"/>
              </a:buClr>
              <a:buSzPts val="1100"/>
              <a:buFont typeface="Helvetica Neue"/>
              <a:buChar char="○"/>
              <a:defRPr sz="2418">
                <a:solidFill>
                  <a:srgbClr val="FFFFFF"/>
                </a:solidFill>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72" name="Google Shape;572;p82"/>
          <p:cNvSpPr txBox="1"/>
          <p:nvPr>
            <p:ph idx="3" type="body"/>
          </p:nvPr>
        </p:nvSpPr>
        <p:spPr>
          <a:xfrm>
            <a:off x="7479676" y="4250654"/>
            <a:ext cx="11120577" cy="1092349"/>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73" name="Google Shape;573;p82"/>
          <p:cNvSpPr txBox="1"/>
          <p:nvPr>
            <p:ph idx="4" type="body"/>
          </p:nvPr>
        </p:nvSpPr>
        <p:spPr>
          <a:xfrm>
            <a:off x="7479676" y="6459092"/>
            <a:ext cx="11120577" cy="1092349"/>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74" name="Google Shape;574;p82"/>
          <p:cNvSpPr txBox="1"/>
          <p:nvPr>
            <p:ph idx="5" type="body"/>
          </p:nvPr>
        </p:nvSpPr>
        <p:spPr>
          <a:xfrm>
            <a:off x="7479676" y="8430068"/>
            <a:ext cx="11120577" cy="1701847"/>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575" name="Google Shape;575;p82"/>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1_TITLE_1">
    <p:spTree>
      <p:nvGrpSpPr>
        <p:cNvPr id="576" name="Shape 576"/>
        <p:cNvGrpSpPr/>
        <p:nvPr/>
      </p:nvGrpSpPr>
      <p:grpSpPr>
        <a:xfrm>
          <a:off x="0" y="0"/>
          <a:ext cx="0" cy="0"/>
          <a:chOff x="0" y="0"/>
          <a:chExt cx="0" cy="0"/>
        </a:xfrm>
      </p:grpSpPr>
      <p:grpSp>
        <p:nvGrpSpPr>
          <p:cNvPr id="577" name="Google Shape;577;p83"/>
          <p:cNvGrpSpPr/>
          <p:nvPr/>
        </p:nvGrpSpPr>
        <p:grpSpPr>
          <a:xfrm>
            <a:off x="9419233" y="0"/>
            <a:ext cx="2583016" cy="11309350"/>
            <a:chOff x="0" y="0"/>
            <a:chExt cx="1174838" cy="5143500"/>
          </a:xfrm>
        </p:grpSpPr>
        <p:sp>
          <p:nvSpPr>
            <p:cNvPr id="578" name="Google Shape;578;p83"/>
            <p:cNvSpPr/>
            <p:nvPr/>
          </p:nvSpPr>
          <p:spPr>
            <a:xfrm>
              <a:off x="0" y="0"/>
              <a:ext cx="1174838" cy="5143500"/>
            </a:xfrm>
            <a:prstGeom prst="rect">
              <a:avLst/>
            </a:prstGeom>
            <a:solidFill>
              <a:srgbClr val="0000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79" name="Google Shape;579;p83"/>
            <p:cNvSpPr txBox="1"/>
            <p:nvPr/>
          </p:nvSpPr>
          <p:spPr>
            <a:xfrm>
              <a:off x="0" y="2433514"/>
              <a:ext cx="1174838" cy="299368"/>
            </a:xfrm>
            <a:prstGeom prst="rect">
              <a:avLst/>
            </a:prstGeom>
            <a:noFill/>
            <a:ln>
              <a:noFill/>
            </a:ln>
          </p:spPr>
          <p:txBody>
            <a:bodyPr anchorCtr="0" anchor="ctr" bIns="91400" lIns="91400" spcFirstLastPara="1" rIns="91400" wrap="square" tIns="91400">
              <a:spAutoFit/>
            </a:bodyPr>
            <a:lstStyle/>
            <a:p>
              <a:pPr indent="0" lvl="0" marL="0" marR="0" rtl="0" algn="ctr">
                <a:lnSpc>
                  <a:spcPct val="100000"/>
                </a:lnSpc>
                <a:spcBef>
                  <a:spcPts val="0"/>
                </a:spcBef>
                <a:spcAft>
                  <a:spcPts val="0"/>
                </a:spcAft>
                <a:buClr>
                  <a:srgbClr val="000000"/>
                </a:buClr>
                <a:buSzPts val="1400"/>
                <a:buFont typeface="Arial"/>
                <a:buNone/>
              </a:pPr>
              <a:r>
                <a:rPr b="0" i="0" lang="en-US" sz="3078" u="none" cap="none" strike="noStrike">
                  <a:solidFill>
                    <a:srgbClr val="000000"/>
                  </a:solidFill>
                  <a:latin typeface="Arial"/>
                  <a:ea typeface="Arial"/>
                  <a:cs typeface="Arial"/>
                  <a:sym typeface="Arial"/>
                </a:rPr>
                <a:t>vc</a:t>
              </a:r>
              <a:endParaRPr b="0" i="0" sz="3078" u="none" cap="none" strike="noStrike">
                <a:solidFill>
                  <a:srgbClr val="000000"/>
                </a:solidFill>
                <a:latin typeface="Arial"/>
                <a:ea typeface="Arial"/>
                <a:cs typeface="Arial"/>
                <a:sym typeface="Arial"/>
              </a:endParaRPr>
            </a:p>
          </p:txBody>
        </p:sp>
      </p:grpSp>
      <p:sp>
        <p:nvSpPr>
          <p:cNvPr id="580" name="Google Shape;580;p83"/>
          <p:cNvSpPr/>
          <p:nvPr/>
        </p:nvSpPr>
        <p:spPr>
          <a:xfrm>
            <a:off x="15459698" y="0"/>
            <a:ext cx="2582931" cy="11309350"/>
          </a:xfrm>
          <a:prstGeom prst="rect">
            <a:avLst/>
          </a:prstGeom>
          <a:solidFill>
            <a:srgbClr val="FF941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81" name="Google Shape;581;p83"/>
          <p:cNvSpPr/>
          <p:nvPr/>
        </p:nvSpPr>
        <p:spPr>
          <a:xfrm>
            <a:off x="17730699" y="0"/>
            <a:ext cx="2582928" cy="11309350"/>
          </a:xfrm>
          <a:prstGeom prst="rect">
            <a:avLst/>
          </a:prstGeom>
          <a:solidFill>
            <a:srgbClr val="FF73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3078" u="none" cap="none" strike="noStrike">
              <a:solidFill>
                <a:srgbClr val="000000"/>
              </a:solidFill>
              <a:latin typeface="Arial"/>
              <a:ea typeface="Arial"/>
              <a:cs typeface="Arial"/>
              <a:sym typeface="Arial"/>
            </a:endParaRPr>
          </a:p>
        </p:txBody>
      </p:sp>
      <p:sp>
        <p:nvSpPr>
          <p:cNvPr id="582" name="Google Shape;582;p83"/>
          <p:cNvSpPr/>
          <p:nvPr>
            <p:ph idx="2" type="pic"/>
          </p:nvPr>
        </p:nvSpPr>
        <p:spPr>
          <a:xfrm>
            <a:off x="9909581" y="731"/>
            <a:ext cx="5548417" cy="11308033"/>
          </a:xfrm>
          <a:prstGeom prst="rect">
            <a:avLst/>
          </a:prstGeom>
          <a:noFill/>
          <a:ln>
            <a:noFill/>
          </a:ln>
        </p:spPr>
      </p:sp>
      <p:sp>
        <p:nvSpPr>
          <p:cNvPr id="583" name="Google Shape;583;p83"/>
          <p:cNvSpPr txBox="1"/>
          <p:nvPr>
            <p:ph type="title"/>
          </p:nvPr>
        </p:nvSpPr>
        <p:spPr>
          <a:xfrm>
            <a:off x="791498" y="3150391"/>
            <a:ext cx="8222370" cy="4511867"/>
          </a:xfrm>
          <a:prstGeom prst="rect">
            <a:avLst/>
          </a:prstGeom>
          <a:noFill/>
          <a:ln>
            <a:noFill/>
          </a:ln>
        </p:spPr>
        <p:txBody>
          <a:bodyPr anchorCtr="0" anchor="ctr" bIns="91400" lIns="91400" spcFirstLastPara="1" rIns="91400" wrap="square" tIns="91400">
            <a:normAutofit/>
          </a:bodyPr>
          <a:lstStyle>
            <a:lvl1pPr lvl="0" algn="l">
              <a:lnSpc>
                <a:spcPct val="100000"/>
              </a:lnSpc>
              <a:spcBef>
                <a:spcPts val="0"/>
              </a:spcBef>
              <a:spcAft>
                <a:spcPts val="0"/>
              </a:spcAft>
              <a:buClr>
                <a:srgbClr val="000000"/>
              </a:buClr>
              <a:buSzPts val="3600"/>
              <a:buFont typeface="Arial"/>
              <a:buNone/>
              <a:defRPr sz="7915"/>
            </a:lvl1pPr>
            <a:lvl2pPr lvl="1" algn="l">
              <a:lnSpc>
                <a:spcPct val="100000"/>
              </a:lnSpc>
              <a:spcBef>
                <a:spcPts val="0"/>
              </a:spcBef>
              <a:spcAft>
                <a:spcPts val="0"/>
              </a:spcAft>
              <a:buClr>
                <a:srgbClr val="000000"/>
              </a:buClr>
              <a:buSzPts val="1800"/>
              <a:buNone/>
              <a:defRPr/>
            </a:lvl2pPr>
            <a:lvl3pPr lvl="2" algn="l">
              <a:lnSpc>
                <a:spcPct val="100000"/>
              </a:lnSpc>
              <a:spcBef>
                <a:spcPts val="0"/>
              </a:spcBef>
              <a:spcAft>
                <a:spcPts val="0"/>
              </a:spcAft>
              <a:buClr>
                <a:srgbClr val="000000"/>
              </a:buClr>
              <a:buSzPts val="1800"/>
              <a:buNone/>
              <a:defRPr/>
            </a:lvl3pPr>
            <a:lvl4pPr lvl="3" algn="l">
              <a:lnSpc>
                <a:spcPct val="100000"/>
              </a:lnSpc>
              <a:spcBef>
                <a:spcPts val="0"/>
              </a:spcBef>
              <a:spcAft>
                <a:spcPts val="0"/>
              </a:spcAft>
              <a:buClr>
                <a:srgbClr val="000000"/>
              </a:buClr>
              <a:buSzPts val="1800"/>
              <a:buNone/>
              <a:defRPr/>
            </a:lvl4pPr>
            <a:lvl5pPr lvl="4" algn="l">
              <a:lnSpc>
                <a:spcPct val="100000"/>
              </a:lnSpc>
              <a:spcBef>
                <a:spcPts val="0"/>
              </a:spcBef>
              <a:spcAft>
                <a:spcPts val="0"/>
              </a:spcAft>
              <a:buClr>
                <a:srgbClr val="000000"/>
              </a:buClr>
              <a:buSzPts val="1800"/>
              <a:buNone/>
              <a:defRPr/>
            </a:lvl5pPr>
            <a:lvl6pPr lvl="5" algn="l">
              <a:lnSpc>
                <a:spcPct val="100000"/>
              </a:lnSpc>
              <a:spcBef>
                <a:spcPts val="0"/>
              </a:spcBef>
              <a:spcAft>
                <a:spcPts val="0"/>
              </a:spcAft>
              <a:buClr>
                <a:srgbClr val="000000"/>
              </a:buClr>
              <a:buSzPts val="1800"/>
              <a:buNone/>
              <a:defRPr/>
            </a:lvl6pPr>
            <a:lvl7pPr lvl="6" algn="l">
              <a:lnSpc>
                <a:spcPct val="100000"/>
              </a:lnSpc>
              <a:spcBef>
                <a:spcPts val="0"/>
              </a:spcBef>
              <a:spcAft>
                <a:spcPts val="0"/>
              </a:spcAft>
              <a:buClr>
                <a:srgbClr val="000000"/>
              </a:buClr>
              <a:buSzPts val="1800"/>
              <a:buNone/>
              <a:defRPr/>
            </a:lvl7pPr>
            <a:lvl8pPr lvl="7" algn="l">
              <a:lnSpc>
                <a:spcPct val="100000"/>
              </a:lnSpc>
              <a:spcBef>
                <a:spcPts val="0"/>
              </a:spcBef>
              <a:spcAft>
                <a:spcPts val="0"/>
              </a:spcAft>
              <a:buClr>
                <a:srgbClr val="000000"/>
              </a:buClr>
              <a:buSzPts val="1800"/>
              <a:buNone/>
              <a:defRPr/>
            </a:lvl8pPr>
            <a:lvl9pPr lvl="8" algn="l">
              <a:lnSpc>
                <a:spcPct val="100000"/>
              </a:lnSpc>
              <a:spcBef>
                <a:spcPts val="0"/>
              </a:spcBef>
              <a:spcAft>
                <a:spcPts val="0"/>
              </a:spcAft>
              <a:buClr>
                <a:srgbClr val="000000"/>
              </a:buClr>
              <a:buSzPts val="1800"/>
              <a:buNone/>
              <a:defRPr/>
            </a:lvl9pPr>
          </a:lstStyle>
          <a:p/>
        </p:txBody>
      </p:sp>
      <p:sp>
        <p:nvSpPr>
          <p:cNvPr id="584" name="Google Shape;584;p83"/>
          <p:cNvSpPr txBox="1"/>
          <p:nvPr>
            <p:ph idx="12" type="sldNum"/>
          </p:nvPr>
        </p:nvSpPr>
        <p:spPr>
          <a:xfrm>
            <a:off x="13667419" y="10132012"/>
            <a:ext cx="740521" cy="700078"/>
          </a:xfrm>
          <a:prstGeom prst="rect">
            <a:avLst/>
          </a:prstGeom>
          <a:noFill/>
          <a:ln>
            <a:noFill/>
          </a:ln>
        </p:spPr>
        <p:txBody>
          <a:bodyPr anchorCtr="0" anchor="ctr" bIns="91400" lIns="91400" spcFirstLastPara="1" rIns="91400" wrap="square" tIns="91400">
            <a:normAutofit/>
          </a:bodyPr>
          <a:lstStyle>
            <a:lvl1pPr indent="0" lvl="0"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45.xml"/><Relationship Id="rId42" Type="http://schemas.openxmlformats.org/officeDocument/2006/relationships/slideLayout" Target="../slideLayouts/slideLayout47.xml"/><Relationship Id="rId41" Type="http://schemas.openxmlformats.org/officeDocument/2006/relationships/slideLayout" Target="../slideLayouts/slideLayout46.xml"/><Relationship Id="rId44" Type="http://schemas.openxmlformats.org/officeDocument/2006/relationships/slideLayout" Target="../slideLayouts/slideLayout49.xml"/><Relationship Id="rId43" Type="http://schemas.openxmlformats.org/officeDocument/2006/relationships/slideLayout" Target="../slideLayouts/slideLayout48.xml"/><Relationship Id="rId46" Type="http://schemas.openxmlformats.org/officeDocument/2006/relationships/slideLayout" Target="../slideLayouts/slideLayout51.xml"/><Relationship Id="rId45" Type="http://schemas.openxmlformats.org/officeDocument/2006/relationships/slideLayout" Target="../slideLayouts/slideLayout50.xml"/><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9" Type="http://schemas.openxmlformats.org/officeDocument/2006/relationships/slideLayout" Target="../slideLayouts/slideLayout14.xml"/><Relationship Id="rId48" Type="http://schemas.openxmlformats.org/officeDocument/2006/relationships/slideLayout" Target="../slideLayouts/slideLayout53.xml"/><Relationship Id="rId47" Type="http://schemas.openxmlformats.org/officeDocument/2006/relationships/slideLayout" Target="../slideLayouts/slideLayout52.xml"/><Relationship Id="rId49" Type="http://schemas.openxmlformats.org/officeDocument/2006/relationships/slideLayout" Target="../slideLayouts/slideLayout5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 Id="rId31" Type="http://schemas.openxmlformats.org/officeDocument/2006/relationships/slideLayout" Target="../slideLayouts/slideLayout36.xml"/><Relationship Id="rId30" Type="http://schemas.openxmlformats.org/officeDocument/2006/relationships/slideLayout" Target="../slideLayouts/slideLayout35.xml"/><Relationship Id="rId33" Type="http://schemas.openxmlformats.org/officeDocument/2006/relationships/slideLayout" Target="../slideLayouts/slideLayout38.xml"/><Relationship Id="rId32" Type="http://schemas.openxmlformats.org/officeDocument/2006/relationships/slideLayout" Target="../slideLayouts/slideLayout37.xml"/><Relationship Id="rId35" Type="http://schemas.openxmlformats.org/officeDocument/2006/relationships/slideLayout" Target="../slideLayouts/slideLayout40.xml"/><Relationship Id="rId34" Type="http://schemas.openxmlformats.org/officeDocument/2006/relationships/slideLayout" Target="../slideLayouts/slideLayout39.xml"/><Relationship Id="rId37" Type="http://schemas.openxmlformats.org/officeDocument/2006/relationships/slideLayout" Target="../slideLayouts/slideLayout42.xml"/><Relationship Id="rId36" Type="http://schemas.openxmlformats.org/officeDocument/2006/relationships/slideLayout" Target="../slideLayouts/slideLayout41.xml"/><Relationship Id="rId39" Type="http://schemas.openxmlformats.org/officeDocument/2006/relationships/slideLayout" Target="../slideLayouts/slideLayout44.xml"/><Relationship Id="rId38" Type="http://schemas.openxmlformats.org/officeDocument/2006/relationships/slideLayout" Target="../slideLayouts/slideLayout43.xml"/><Relationship Id="rId61" Type="http://schemas.openxmlformats.org/officeDocument/2006/relationships/theme" Target="../theme/theme2.xml"/><Relationship Id="rId20" Type="http://schemas.openxmlformats.org/officeDocument/2006/relationships/slideLayout" Target="../slideLayouts/slideLayout25.xml"/><Relationship Id="rId22" Type="http://schemas.openxmlformats.org/officeDocument/2006/relationships/slideLayout" Target="../slideLayouts/slideLayout27.xml"/><Relationship Id="rId21" Type="http://schemas.openxmlformats.org/officeDocument/2006/relationships/slideLayout" Target="../slideLayouts/slideLayout26.xml"/><Relationship Id="rId24" Type="http://schemas.openxmlformats.org/officeDocument/2006/relationships/slideLayout" Target="../slideLayouts/slideLayout29.xml"/><Relationship Id="rId23" Type="http://schemas.openxmlformats.org/officeDocument/2006/relationships/slideLayout" Target="../slideLayouts/slideLayout28.xml"/><Relationship Id="rId60" Type="http://schemas.openxmlformats.org/officeDocument/2006/relationships/slideLayout" Target="../slideLayouts/slideLayout65.xml"/><Relationship Id="rId26" Type="http://schemas.openxmlformats.org/officeDocument/2006/relationships/slideLayout" Target="../slideLayouts/slideLayout31.xml"/><Relationship Id="rId25" Type="http://schemas.openxmlformats.org/officeDocument/2006/relationships/slideLayout" Target="../slideLayouts/slideLayout30.xml"/><Relationship Id="rId28" Type="http://schemas.openxmlformats.org/officeDocument/2006/relationships/slideLayout" Target="../slideLayouts/slideLayout33.xml"/><Relationship Id="rId27" Type="http://schemas.openxmlformats.org/officeDocument/2006/relationships/slideLayout" Target="../slideLayouts/slideLayout32.xml"/><Relationship Id="rId29" Type="http://schemas.openxmlformats.org/officeDocument/2006/relationships/slideLayout" Target="../slideLayouts/slideLayout34.xml"/><Relationship Id="rId51" Type="http://schemas.openxmlformats.org/officeDocument/2006/relationships/slideLayout" Target="../slideLayouts/slideLayout56.xml"/><Relationship Id="rId50" Type="http://schemas.openxmlformats.org/officeDocument/2006/relationships/slideLayout" Target="../slideLayouts/slideLayout55.xml"/><Relationship Id="rId53" Type="http://schemas.openxmlformats.org/officeDocument/2006/relationships/slideLayout" Target="../slideLayouts/slideLayout58.xml"/><Relationship Id="rId52" Type="http://schemas.openxmlformats.org/officeDocument/2006/relationships/slideLayout" Target="../slideLayouts/slideLayout57.xml"/><Relationship Id="rId11" Type="http://schemas.openxmlformats.org/officeDocument/2006/relationships/slideLayout" Target="../slideLayouts/slideLayout16.xml"/><Relationship Id="rId55" Type="http://schemas.openxmlformats.org/officeDocument/2006/relationships/slideLayout" Target="../slideLayouts/slideLayout60.xml"/><Relationship Id="rId10" Type="http://schemas.openxmlformats.org/officeDocument/2006/relationships/slideLayout" Target="../slideLayouts/slideLayout15.xml"/><Relationship Id="rId54" Type="http://schemas.openxmlformats.org/officeDocument/2006/relationships/slideLayout" Target="../slideLayouts/slideLayout59.xml"/><Relationship Id="rId13" Type="http://schemas.openxmlformats.org/officeDocument/2006/relationships/slideLayout" Target="../slideLayouts/slideLayout18.xml"/><Relationship Id="rId57" Type="http://schemas.openxmlformats.org/officeDocument/2006/relationships/slideLayout" Target="../slideLayouts/slideLayout62.xml"/><Relationship Id="rId12" Type="http://schemas.openxmlformats.org/officeDocument/2006/relationships/slideLayout" Target="../slideLayouts/slideLayout17.xml"/><Relationship Id="rId56" Type="http://schemas.openxmlformats.org/officeDocument/2006/relationships/slideLayout" Target="../slideLayouts/slideLayout61.xml"/><Relationship Id="rId15" Type="http://schemas.openxmlformats.org/officeDocument/2006/relationships/slideLayout" Target="../slideLayouts/slideLayout20.xml"/><Relationship Id="rId59" Type="http://schemas.openxmlformats.org/officeDocument/2006/relationships/slideLayout" Target="../slideLayouts/slideLayout64.xml"/><Relationship Id="rId14" Type="http://schemas.openxmlformats.org/officeDocument/2006/relationships/slideLayout" Target="../slideLayouts/slideLayout19.xml"/><Relationship Id="rId58" Type="http://schemas.openxmlformats.org/officeDocument/2006/relationships/slideLayout" Target="../slideLayouts/slideLayout63.xml"/><Relationship Id="rId17" Type="http://schemas.openxmlformats.org/officeDocument/2006/relationships/slideLayout" Target="../slideLayouts/slideLayout22.xml"/><Relationship Id="rId16" Type="http://schemas.openxmlformats.org/officeDocument/2006/relationships/slideLayout" Target="../slideLayouts/slideLayout21.xml"/><Relationship Id="rId19" Type="http://schemas.openxmlformats.org/officeDocument/2006/relationships/slideLayout" Target="../slideLayouts/slideLayout24.xml"/><Relationship Id="rId1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2241763" y="1053443"/>
            <a:ext cx="15666085" cy="20986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55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1296160" y="3582646"/>
            <a:ext cx="11929744" cy="282702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2800" u="none" cap="none" strike="noStrike">
                <a:solidFill>
                  <a:schemeClr val="lt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17"/>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7"/>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17"/>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 name="Shape 46"/>
        <p:cNvGrpSpPr/>
        <p:nvPr/>
      </p:nvGrpSpPr>
      <p:grpSpPr>
        <a:xfrm>
          <a:off x="0" y="0"/>
          <a:ext cx="0" cy="0"/>
          <a:chOff x="0" y="0"/>
          <a:chExt cx="0" cy="0"/>
        </a:xfrm>
      </p:grpSpPr>
      <p:sp>
        <p:nvSpPr>
          <p:cNvPr id="47" name="Google Shape;47;p21"/>
          <p:cNvSpPr txBox="1"/>
          <p:nvPr>
            <p:ph type="title"/>
          </p:nvPr>
        </p:nvSpPr>
        <p:spPr>
          <a:xfrm>
            <a:off x="685305" y="978507"/>
            <a:ext cx="18733490" cy="1259235"/>
          </a:xfrm>
          <a:prstGeom prst="rect">
            <a:avLst/>
          </a:prstGeom>
          <a:noFill/>
          <a:ln>
            <a:noFill/>
          </a:ln>
        </p:spPr>
        <p:txBody>
          <a:bodyPr anchorCtr="0" anchor="t" bIns="91400" lIns="91400" spcFirstLastPara="1" rIns="91400" wrap="square" tIns="91400">
            <a:normAutofit/>
          </a:bodyPr>
          <a:lstStyle>
            <a:lvl1pPr lvl="0"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8" name="Google Shape;48;p21"/>
          <p:cNvSpPr txBox="1"/>
          <p:nvPr>
            <p:ph idx="1" type="body"/>
          </p:nvPr>
        </p:nvSpPr>
        <p:spPr>
          <a:xfrm>
            <a:off x="685305" y="2534022"/>
            <a:ext cx="18733490" cy="7511862"/>
          </a:xfrm>
          <a:prstGeom prst="rect">
            <a:avLst/>
          </a:prstGeom>
          <a:noFill/>
          <a:ln>
            <a:noFill/>
          </a:ln>
        </p:spPr>
        <p:txBody>
          <a:bodyPr anchorCtr="0" anchor="t" bIns="91400" lIns="91400" spcFirstLastPara="1" rIns="91400" wrap="square" tIns="91400">
            <a:normAutofit/>
          </a:bodyPr>
          <a:lstStyle>
            <a:lvl1pPr indent="-342900" lvl="0" marL="457200" marR="0" rtl="0" algn="l">
              <a:lnSpc>
                <a:spcPct val="115000"/>
              </a:lnSpc>
              <a:spcBef>
                <a:spcPts val="0"/>
              </a:spcBef>
              <a:spcAft>
                <a:spcPts val="0"/>
              </a:spcAft>
              <a:buClr>
                <a:srgbClr val="585858"/>
              </a:buClr>
              <a:buSzPts val="1800"/>
              <a:buFont typeface="Arial"/>
              <a:buChar char="●"/>
              <a:defRPr b="0" i="0" sz="1800" u="none" cap="none" strike="noStrike">
                <a:solidFill>
                  <a:srgbClr val="585858"/>
                </a:solidFill>
                <a:latin typeface="Arial"/>
                <a:ea typeface="Arial"/>
                <a:cs typeface="Arial"/>
                <a:sym typeface="Arial"/>
              </a:defRPr>
            </a:lvl1pPr>
            <a:lvl2pPr indent="-342900" lvl="1" marL="914400" marR="0" rtl="0" algn="l">
              <a:lnSpc>
                <a:spcPct val="115000"/>
              </a:lnSpc>
              <a:spcBef>
                <a:spcPts val="0"/>
              </a:spcBef>
              <a:spcAft>
                <a:spcPts val="0"/>
              </a:spcAft>
              <a:buClr>
                <a:srgbClr val="585858"/>
              </a:buClr>
              <a:buSzPts val="1800"/>
              <a:buFont typeface="Arial"/>
              <a:buChar char="○"/>
              <a:defRPr b="0" i="0" sz="1800" u="none" cap="none" strike="noStrike">
                <a:solidFill>
                  <a:srgbClr val="585858"/>
                </a:solidFill>
                <a:latin typeface="Arial"/>
                <a:ea typeface="Arial"/>
                <a:cs typeface="Arial"/>
                <a:sym typeface="Arial"/>
              </a:defRPr>
            </a:lvl2pPr>
            <a:lvl3pPr indent="-342900" lvl="2" marL="1371600" marR="0" rtl="0" algn="l">
              <a:lnSpc>
                <a:spcPct val="115000"/>
              </a:lnSpc>
              <a:spcBef>
                <a:spcPts val="0"/>
              </a:spcBef>
              <a:spcAft>
                <a:spcPts val="0"/>
              </a:spcAft>
              <a:buClr>
                <a:srgbClr val="585858"/>
              </a:buClr>
              <a:buSzPts val="1800"/>
              <a:buFont typeface="Arial"/>
              <a:buChar char="■"/>
              <a:defRPr b="0" i="0" sz="1800" u="none" cap="none" strike="noStrike">
                <a:solidFill>
                  <a:srgbClr val="585858"/>
                </a:solidFill>
                <a:latin typeface="Arial"/>
                <a:ea typeface="Arial"/>
                <a:cs typeface="Arial"/>
                <a:sym typeface="Arial"/>
              </a:defRPr>
            </a:lvl3pPr>
            <a:lvl4pPr indent="-342900" lvl="3" marL="1828800" marR="0" rtl="0" algn="l">
              <a:lnSpc>
                <a:spcPct val="115000"/>
              </a:lnSpc>
              <a:spcBef>
                <a:spcPts val="0"/>
              </a:spcBef>
              <a:spcAft>
                <a:spcPts val="0"/>
              </a:spcAft>
              <a:buClr>
                <a:srgbClr val="585858"/>
              </a:buClr>
              <a:buSzPts val="1800"/>
              <a:buFont typeface="Arial"/>
              <a:buChar char="●"/>
              <a:defRPr b="0" i="0" sz="1800" u="none" cap="none" strike="noStrike">
                <a:solidFill>
                  <a:srgbClr val="585858"/>
                </a:solidFill>
                <a:latin typeface="Arial"/>
                <a:ea typeface="Arial"/>
                <a:cs typeface="Arial"/>
                <a:sym typeface="Arial"/>
              </a:defRPr>
            </a:lvl4pPr>
            <a:lvl5pPr indent="-342900" lvl="4" marL="2286000" marR="0" rtl="0" algn="l">
              <a:lnSpc>
                <a:spcPct val="115000"/>
              </a:lnSpc>
              <a:spcBef>
                <a:spcPts val="0"/>
              </a:spcBef>
              <a:spcAft>
                <a:spcPts val="0"/>
              </a:spcAft>
              <a:buClr>
                <a:srgbClr val="585858"/>
              </a:buClr>
              <a:buSzPts val="1800"/>
              <a:buFont typeface="Arial"/>
              <a:buChar char="○"/>
              <a:defRPr b="0" i="0" sz="1800" u="none" cap="none" strike="noStrike">
                <a:solidFill>
                  <a:srgbClr val="585858"/>
                </a:solidFill>
                <a:latin typeface="Arial"/>
                <a:ea typeface="Arial"/>
                <a:cs typeface="Arial"/>
                <a:sym typeface="Arial"/>
              </a:defRPr>
            </a:lvl5pPr>
            <a:lvl6pPr indent="-342900" lvl="5" marL="2743200" marR="0" rtl="0" algn="l">
              <a:lnSpc>
                <a:spcPct val="115000"/>
              </a:lnSpc>
              <a:spcBef>
                <a:spcPts val="0"/>
              </a:spcBef>
              <a:spcAft>
                <a:spcPts val="0"/>
              </a:spcAft>
              <a:buClr>
                <a:srgbClr val="585858"/>
              </a:buClr>
              <a:buSzPts val="1800"/>
              <a:buFont typeface="Arial"/>
              <a:buChar char="■"/>
              <a:defRPr b="0" i="0" sz="1800" u="none" cap="none" strike="noStrike">
                <a:solidFill>
                  <a:srgbClr val="585858"/>
                </a:solidFill>
                <a:latin typeface="Arial"/>
                <a:ea typeface="Arial"/>
                <a:cs typeface="Arial"/>
                <a:sym typeface="Arial"/>
              </a:defRPr>
            </a:lvl6pPr>
            <a:lvl7pPr indent="-342900" lvl="6" marL="3200400" marR="0" rtl="0" algn="l">
              <a:lnSpc>
                <a:spcPct val="115000"/>
              </a:lnSpc>
              <a:spcBef>
                <a:spcPts val="0"/>
              </a:spcBef>
              <a:spcAft>
                <a:spcPts val="0"/>
              </a:spcAft>
              <a:buClr>
                <a:srgbClr val="585858"/>
              </a:buClr>
              <a:buSzPts val="1800"/>
              <a:buFont typeface="Arial"/>
              <a:buChar char="●"/>
              <a:defRPr b="0" i="0" sz="1800" u="none" cap="none" strike="noStrike">
                <a:solidFill>
                  <a:srgbClr val="585858"/>
                </a:solidFill>
                <a:latin typeface="Arial"/>
                <a:ea typeface="Arial"/>
                <a:cs typeface="Arial"/>
                <a:sym typeface="Arial"/>
              </a:defRPr>
            </a:lvl7pPr>
            <a:lvl8pPr indent="-342900" lvl="7" marL="3657600" marR="0" rtl="0" algn="l">
              <a:lnSpc>
                <a:spcPct val="115000"/>
              </a:lnSpc>
              <a:spcBef>
                <a:spcPts val="0"/>
              </a:spcBef>
              <a:spcAft>
                <a:spcPts val="0"/>
              </a:spcAft>
              <a:buClr>
                <a:srgbClr val="585858"/>
              </a:buClr>
              <a:buSzPts val="1800"/>
              <a:buFont typeface="Arial"/>
              <a:buChar char="○"/>
              <a:defRPr b="0" i="0" sz="1800" u="none" cap="none" strike="noStrike">
                <a:solidFill>
                  <a:srgbClr val="585858"/>
                </a:solidFill>
                <a:latin typeface="Arial"/>
                <a:ea typeface="Arial"/>
                <a:cs typeface="Arial"/>
                <a:sym typeface="Arial"/>
              </a:defRPr>
            </a:lvl8pPr>
            <a:lvl9pPr indent="-342900" lvl="8" marL="4114800" marR="0" rtl="0" algn="l">
              <a:lnSpc>
                <a:spcPct val="115000"/>
              </a:lnSpc>
              <a:spcBef>
                <a:spcPts val="0"/>
              </a:spcBef>
              <a:spcAft>
                <a:spcPts val="0"/>
              </a:spcAft>
              <a:buClr>
                <a:srgbClr val="585858"/>
              </a:buClr>
              <a:buSzPts val="1800"/>
              <a:buFont typeface="Arial"/>
              <a:buChar char="■"/>
              <a:defRPr b="0" i="0" sz="1800" u="none" cap="none" strike="noStrike">
                <a:solidFill>
                  <a:srgbClr val="585858"/>
                </a:solidFill>
                <a:latin typeface="Arial"/>
                <a:ea typeface="Arial"/>
                <a:cs typeface="Arial"/>
                <a:sym typeface="Arial"/>
              </a:defRPr>
            </a:lvl9pPr>
          </a:lstStyle>
          <a:p/>
        </p:txBody>
      </p:sp>
      <p:sp>
        <p:nvSpPr>
          <p:cNvPr id="49" name="Google Shape;49;p21"/>
          <p:cNvSpPr txBox="1"/>
          <p:nvPr>
            <p:ph idx="12" type="sldNum"/>
          </p:nvPr>
        </p:nvSpPr>
        <p:spPr>
          <a:xfrm>
            <a:off x="19093498" y="10335998"/>
            <a:ext cx="740521" cy="700078"/>
          </a:xfrm>
          <a:prstGeom prst="rect">
            <a:avLst/>
          </a:prstGeom>
          <a:noFill/>
          <a:ln>
            <a:noFill/>
          </a:ln>
        </p:spPr>
        <p:txBody>
          <a:bodyPr anchorCtr="0" anchor="ctr" bIns="91400" lIns="91400" spcFirstLastPara="1" rIns="91400" wrap="square" tIns="91400">
            <a:normAutofit/>
          </a:bodyPr>
          <a:lstStyle>
            <a:lvl1pPr indent="0" lvl="0" marL="0" marR="0" rtl="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1pPr>
            <a:lvl2pPr indent="0" lvl="1" marL="0" marR="0" rtl="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2pPr>
            <a:lvl3pPr indent="0" lvl="2" marL="0" marR="0" rtl="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3pPr>
            <a:lvl4pPr indent="0" lvl="3" marL="0" marR="0" rtl="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4pPr>
            <a:lvl5pPr indent="0" lvl="4" marL="0" marR="0" rtl="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5pPr>
            <a:lvl6pPr indent="0" lvl="5" marL="0" marR="0" rtl="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6pPr>
            <a:lvl7pPr indent="0" lvl="6" marL="0" marR="0" rtl="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7pPr>
            <a:lvl8pPr indent="0" lvl="7" marL="0" marR="0" rtl="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8pPr>
            <a:lvl9pPr indent="0" lvl="8" marL="0" marR="0" rtl="0" algn="r">
              <a:lnSpc>
                <a:spcPct val="100000"/>
              </a:lnSpc>
              <a:spcBef>
                <a:spcPts val="0"/>
              </a:spcBef>
              <a:spcAft>
                <a:spcPts val="0"/>
              </a:spcAft>
              <a:buClr>
                <a:srgbClr val="585858"/>
              </a:buClr>
              <a:buSzPts val="1000"/>
              <a:buFont typeface="Arial"/>
              <a:buNone/>
              <a:defRPr b="0" i="0" sz="2199" u="none" cap="none" strike="noStrike">
                <a:solidFill>
                  <a:srgbClr val="58585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3078">
              <a:solidFill>
                <a:srgbClr val="000000"/>
              </a:solidFill>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 id="2147483682" r:id="rId28"/>
    <p:sldLayoutId id="2147483683" r:id="rId29"/>
    <p:sldLayoutId id="2147483684" r:id="rId30"/>
    <p:sldLayoutId id="2147483685" r:id="rId31"/>
    <p:sldLayoutId id="2147483686" r:id="rId32"/>
    <p:sldLayoutId id="2147483687" r:id="rId33"/>
    <p:sldLayoutId id="2147483688" r:id="rId34"/>
    <p:sldLayoutId id="2147483689" r:id="rId35"/>
    <p:sldLayoutId id="2147483690" r:id="rId36"/>
    <p:sldLayoutId id="2147483691" r:id="rId37"/>
    <p:sldLayoutId id="2147483692" r:id="rId38"/>
    <p:sldLayoutId id="2147483693" r:id="rId39"/>
    <p:sldLayoutId id="2147483694" r:id="rId40"/>
    <p:sldLayoutId id="2147483695" r:id="rId41"/>
    <p:sldLayoutId id="2147483696" r:id="rId42"/>
    <p:sldLayoutId id="2147483697" r:id="rId43"/>
    <p:sldLayoutId id="2147483698" r:id="rId44"/>
    <p:sldLayoutId id="2147483699" r:id="rId45"/>
    <p:sldLayoutId id="2147483700" r:id="rId46"/>
    <p:sldLayoutId id="2147483701" r:id="rId47"/>
    <p:sldLayoutId id="2147483702" r:id="rId48"/>
    <p:sldLayoutId id="2147483703" r:id="rId49"/>
    <p:sldLayoutId id="2147483704" r:id="rId50"/>
    <p:sldLayoutId id="2147483705" r:id="rId51"/>
    <p:sldLayoutId id="2147483706" r:id="rId52"/>
    <p:sldLayoutId id="2147483707" r:id="rId53"/>
    <p:sldLayoutId id="2147483708" r:id="rId54"/>
    <p:sldLayoutId id="2147483709" r:id="rId55"/>
    <p:sldLayoutId id="2147483710" r:id="rId56"/>
    <p:sldLayoutId id="2147483711" r:id="rId57"/>
    <p:sldLayoutId id="2147483712" r:id="rId58"/>
    <p:sldLayoutId id="2147483713" r:id="rId59"/>
    <p:sldLayoutId id="2147483714" r:id="rId6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pic>
        <p:nvPicPr>
          <p:cNvPr id="589" name="Google Shape;589;p1" title="TF_Logo_White.png"/>
          <p:cNvPicPr preferRelativeResize="0"/>
          <p:nvPr/>
        </p:nvPicPr>
        <p:blipFill rotWithShape="1">
          <a:blip r:embed="rId3">
            <a:alphaModFix/>
          </a:blip>
          <a:srcRect b="21866" l="16964" r="21396" t="19466"/>
          <a:stretch/>
        </p:blipFill>
        <p:spPr>
          <a:xfrm>
            <a:off x="12011356" y="1756675"/>
            <a:ext cx="8935595" cy="7795975"/>
          </a:xfrm>
          <a:prstGeom prst="rect">
            <a:avLst/>
          </a:prstGeom>
          <a:noFill/>
          <a:ln>
            <a:noFill/>
          </a:ln>
        </p:spPr>
      </p:pic>
      <p:sp>
        <p:nvSpPr>
          <p:cNvPr id="590" name="Google Shape;590;p1"/>
          <p:cNvSpPr txBox="1"/>
          <p:nvPr>
            <p:ph type="ctrTitle"/>
          </p:nvPr>
        </p:nvSpPr>
        <p:spPr>
          <a:xfrm>
            <a:off x="1245575" y="2317213"/>
            <a:ext cx="12699900" cy="5204700"/>
          </a:xfrm>
          <a:prstGeom prst="rect">
            <a:avLst/>
          </a:prstGeom>
          <a:noFill/>
          <a:ln>
            <a:noFill/>
          </a:ln>
        </p:spPr>
        <p:txBody>
          <a:bodyPr anchorCtr="0" anchor="t" bIns="0" lIns="0" spcFirstLastPara="1" rIns="0" wrap="square" tIns="599425">
            <a:spAutoFit/>
          </a:bodyPr>
          <a:lstStyle/>
          <a:p>
            <a:pPr indent="0" lvl="0" marL="0" rtl="0" algn="l">
              <a:lnSpc>
                <a:spcPct val="115000"/>
              </a:lnSpc>
              <a:spcBef>
                <a:spcPts val="1200"/>
              </a:spcBef>
              <a:spcAft>
                <a:spcPts val="0"/>
              </a:spcAft>
              <a:buNone/>
            </a:pPr>
            <a:r>
              <a:rPr b="1" lang="en-US" sz="4800">
                <a:solidFill>
                  <a:schemeClr val="dk1"/>
                </a:solidFill>
              </a:rPr>
              <a:t>Reimagining crisis capital infrastructure – </a:t>
            </a:r>
            <a:endParaRPr b="1" sz="4800">
              <a:solidFill>
                <a:schemeClr val="dk1"/>
              </a:solidFill>
            </a:endParaRPr>
          </a:p>
          <a:p>
            <a:pPr indent="0" lvl="0" marL="0" rtl="0" algn="l">
              <a:lnSpc>
                <a:spcPct val="115000"/>
              </a:lnSpc>
              <a:spcBef>
                <a:spcPts val="1200"/>
              </a:spcBef>
              <a:spcAft>
                <a:spcPts val="0"/>
              </a:spcAft>
              <a:buNone/>
            </a:pPr>
            <a:r>
              <a:rPr b="1" lang="en-US" sz="4800"/>
              <a:t>with AI, blockchain, and digital assets - </a:t>
            </a:r>
            <a:endParaRPr b="1" sz="4800"/>
          </a:p>
          <a:p>
            <a:pPr indent="0" lvl="0" marL="0" rtl="0" algn="l">
              <a:lnSpc>
                <a:spcPct val="115000"/>
              </a:lnSpc>
              <a:spcBef>
                <a:spcPts val="1200"/>
              </a:spcBef>
              <a:spcAft>
                <a:spcPts val="0"/>
              </a:spcAft>
              <a:buNone/>
            </a:pPr>
            <a:r>
              <a:rPr b="1" lang="en-US" sz="4800">
                <a:solidFill>
                  <a:schemeClr val="dk1"/>
                </a:solidFill>
              </a:rPr>
              <a:t>so that humanitarian aid is funded instantly, transparently, </a:t>
            </a:r>
            <a:endParaRPr b="1" sz="4800">
              <a:solidFill>
                <a:schemeClr val="dk1"/>
              </a:solidFill>
            </a:endParaRPr>
          </a:p>
          <a:p>
            <a:pPr indent="0" lvl="0" marL="0" rtl="0" algn="l">
              <a:lnSpc>
                <a:spcPct val="115000"/>
              </a:lnSpc>
              <a:spcBef>
                <a:spcPts val="1200"/>
              </a:spcBef>
              <a:spcAft>
                <a:spcPts val="1200"/>
              </a:spcAft>
              <a:buNone/>
            </a:pPr>
            <a:r>
              <a:rPr b="1" lang="en-US" sz="4800">
                <a:solidFill>
                  <a:schemeClr val="dk1"/>
                </a:solidFill>
              </a:rPr>
              <a:t>and at scale.</a:t>
            </a:r>
            <a:endParaRPr b="1" sz="4800"/>
          </a:p>
        </p:txBody>
      </p:sp>
      <p:sp>
        <p:nvSpPr>
          <p:cNvPr id="591" name="Google Shape;591;p1"/>
          <p:cNvSpPr txBox="1"/>
          <p:nvPr/>
        </p:nvSpPr>
        <p:spPr>
          <a:xfrm>
            <a:off x="10930877" y="1113512"/>
            <a:ext cx="4081800" cy="646500"/>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Clr>
                <a:srgbClr val="000000"/>
              </a:buClr>
              <a:buSzPts val="4100"/>
              <a:buFont typeface="Arial"/>
              <a:buNone/>
            </a:pPr>
            <a:r>
              <a:rPr b="1" lang="en-US" sz="4100">
                <a:solidFill>
                  <a:srgbClr val="FFFFFF"/>
                </a:solidFill>
              </a:rPr>
              <a:t>Approach</a:t>
            </a:r>
            <a:endParaRPr b="1" i="0" sz="4100" u="none" cap="none" strike="noStrike">
              <a:solidFill>
                <a:srgbClr val="000000"/>
              </a:solidFill>
            </a:endParaRPr>
          </a:p>
        </p:txBody>
      </p:sp>
      <p:pic>
        <p:nvPicPr>
          <p:cNvPr descr="A black background with white text&#10;&#10;AI-generated content may be incorrect." id="592" name="Google Shape;592;p1"/>
          <p:cNvPicPr preferRelativeResize="0"/>
          <p:nvPr/>
        </p:nvPicPr>
        <p:blipFill rotWithShape="1">
          <a:blip r:embed="rId4">
            <a:alphaModFix/>
          </a:blip>
          <a:srcRect b="47792" l="34706" r="32588" t="34139"/>
          <a:stretch/>
        </p:blipFill>
        <p:spPr>
          <a:xfrm>
            <a:off x="1062919" y="869433"/>
            <a:ext cx="4732169" cy="1470606"/>
          </a:xfrm>
          <a:prstGeom prst="rect">
            <a:avLst/>
          </a:prstGeom>
          <a:noFill/>
          <a:ln>
            <a:noFill/>
          </a:ln>
        </p:spPr>
      </p:pic>
      <p:pic>
        <p:nvPicPr>
          <p:cNvPr descr="A blue and black logo&#10;&#10;AI-generated content may be incorrect." id="593" name="Google Shape;593;p1"/>
          <p:cNvPicPr preferRelativeResize="0"/>
          <p:nvPr/>
        </p:nvPicPr>
        <p:blipFill rotWithShape="1">
          <a:blip r:embed="rId5">
            <a:alphaModFix/>
          </a:blip>
          <a:srcRect b="39858" l="33177" r="53098" t="38139"/>
          <a:stretch/>
        </p:blipFill>
        <p:spPr>
          <a:xfrm>
            <a:off x="19119850" y="10347362"/>
            <a:ext cx="626684" cy="565113"/>
          </a:xfrm>
          <a:prstGeom prst="rect">
            <a:avLst/>
          </a:prstGeom>
          <a:noFill/>
          <a:ln>
            <a:noFill/>
          </a:ln>
        </p:spPr>
      </p:pic>
      <p:sp>
        <p:nvSpPr>
          <p:cNvPr id="594" name="Google Shape;594;p1"/>
          <p:cNvSpPr txBox="1"/>
          <p:nvPr/>
        </p:nvSpPr>
        <p:spPr>
          <a:xfrm>
            <a:off x="12521221" y="1113537"/>
            <a:ext cx="4081800" cy="646500"/>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Clr>
                <a:srgbClr val="000000"/>
              </a:buClr>
              <a:buSzPts val="4100"/>
              <a:buFont typeface="Arial"/>
              <a:buNone/>
            </a:pPr>
            <a:r>
              <a:t/>
            </a:r>
            <a:endParaRPr b="1" i="0" sz="4100" u="none" cap="none" strike="noStrike">
              <a:solidFill>
                <a:srgbClr val="000000"/>
              </a:solidFill>
            </a:endParaRPr>
          </a:p>
        </p:txBody>
      </p:sp>
      <p:sp>
        <p:nvSpPr>
          <p:cNvPr id="595" name="Google Shape;595;p1"/>
          <p:cNvSpPr txBox="1"/>
          <p:nvPr/>
        </p:nvSpPr>
        <p:spPr>
          <a:xfrm>
            <a:off x="14190857" y="1113512"/>
            <a:ext cx="4081800" cy="646500"/>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Clr>
                <a:srgbClr val="000000"/>
              </a:buClr>
              <a:buSzPts val="4100"/>
              <a:buFont typeface="Arial"/>
              <a:buNone/>
            </a:pPr>
            <a:r>
              <a:rPr b="1" lang="en-US" sz="4100">
                <a:solidFill>
                  <a:srgbClr val="FFFFFF"/>
                </a:solidFill>
              </a:rPr>
              <a:t>Team</a:t>
            </a:r>
            <a:endParaRPr b="1" i="0" sz="4100" u="none" cap="none" strike="noStrike">
              <a:solidFill>
                <a:srgbClr val="000000"/>
              </a:solidFill>
            </a:endParaRPr>
          </a:p>
        </p:txBody>
      </p:sp>
      <p:sp>
        <p:nvSpPr>
          <p:cNvPr id="596" name="Google Shape;596;p1"/>
          <p:cNvSpPr/>
          <p:nvPr/>
        </p:nvSpPr>
        <p:spPr>
          <a:xfrm>
            <a:off x="16093150" y="1113513"/>
            <a:ext cx="2588700" cy="64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300"/>
              <a:t>Contact </a:t>
            </a:r>
            <a:endParaRPr b="1" sz="3300"/>
          </a:p>
        </p:txBody>
      </p:sp>
      <p:sp>
        <p:nvSpPr>
          <p:cNvPr id="597" name="Google Shape;597;p1"/>
          <p:cNvSpPr/>
          <p:nvPr/>
        </p:nvSpPr>
        <p:spPr>
          <a:xfrm>
            <a:off x="4326427" y="8909475"/>
            <a:ext cx="2730900" cy="646500"/>
          </a:xfrm>
          <a:prstGeom prst="rect">
            <a:avLst/>
          </a:prstGeom>
          <a:solidFill>
            <a:schemeClr val="lt2"/>
          </a:solidFill>
          <a:ln cap="flat" cmpd="sng" w="7450">
            <a:solidFill>
              <a:schemeClr val="dk2"/>
            </a:solidFill>
            <a:prstDash val="solid"/>
            <a:round/>
            <a:headEnd len="sm" w="sm" type="none"/>
            <a:tailEnd len="sm" w="sm" type="none"/>
          </a:ln>
        </p:spPr>
        <p:txBody>
          <a:bodyPr anchorCtr="0" anchor="ctr" bIns="71625" lIns="71625" spcFirstLastPara="1" rIns="71625" wrap="square" tIns="71625">
            <a:noAutofit/>
          </a:bodyPr>
          <a:lstStyle/>
          <a:p>
            <a:pPr indent="0" lvl="0" marL="0" rtl="0" algn="ctr">
              <a:spcBef>
                <a:spcPts val="0"/>
              </a:spcBef>
              <a:spcAft>
                <a:spcPts val="0"/>
              </a:spcAft>
              <a:buNone/>
            </a:pPr>
            <a:r>
              <a:rPr b="1" lang="en-US" sz="1288"/>
              <a:t>Join dSDR Token</a:t>
            </a:r>
            <a:endParaRPr b="1" sz="1288"/>
          </a:p>
          <a:p>
            <a:pPr indent="0" lvl="0" marL="0" rtl="0" algn="ctr">
              <a:spcBef>
                <a:spcPts val="0"/>
              </a:spcBef>
              <a:spcAft>
                <a:spcPts val="0"/>
              </a:spcAft>
              <a:buNone/>
            </a:pPr>
            <a:r>
              <a:rPr b="1" lang="en-US" sz="1288"/>
              <a:t>Waitlist</a:t>
            </a:r>
            <a:endParaRPr b="1" sz="1288"/>
          </a:p>
        </p:txBody>
      </p:sp>
      <p:sp>
        <p:nvSpPr>
          <p:cNvPr id="598" name="Google Shape;598;p1"/>
          <p:cNvSpPr txBox="1"/>
          <p:nvPr>
            <p:ph type="ctrTitle"/>
          </p:nvPr>
        </p:nvSpPr>
        <p:spPr>
          <a:xfrm>
            <a:off x="1245563" y="7353700"/>
            <a:ext cx="12699900" cy="1159500"/>
          </a:xfrm>
          <a:prstGeom prst="rect">
            <a:avLst/>
          </a:prstGeom>
          <a:noFill/>
          <a:ln>
            <a:noFill/>
          </a:ln>
        </p:spPr>
        <p:txBody>
          <a:bodyPr anchorCtr="0" anchor="t" bIns="0" lIns="0" spcFirstLastPara="1" rIns="0" wrap="square" tIns="599425">
            <a:spAutoFit/>
          </a:bodyPr>
          <a:lstStyle/>
          <a:p>
            <a:pPr indent="0" lvl="0" marL="0" rtl="0" algn="l">
              <a:lnSpc>
                <a:spcPct val="115000"/>
              </a:lnSpc>
              <a:spcBef>
                <a:spcPts val="1200"/>
              </a:spcBef>
              <a:spcAft>
                <a:spcPts val="1200"/>
              </a:spcAft>
              <a:buNone/>
            </a:pPr>
            <a:r>
              <a:rPr b="1" lang="en-US" sz="3600"/>
              <a:t>Turn your capital into impact</a:t>
            </a:r>
            <a:endParaRPr sz="3600"/>
          </a:p>
        </p:txBody>
      </p:sp>
      <p:sp>
        <p:nvSpPr>
          <p:cNvPr id="599" name="Google Shape;599;p1"/>
          <p:cNvSpPr/>
          <p:nvPr/>
        </p:nvSpPr>
        <p:spPr>
          <a:xfrm>
            <a:off x="1245575" y="8909463"/>
            <a:ext cx="2588700" cy="64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t>Contact</a:t>
            </a:r>
            <a:r>
              <a:rPr b="1" lang="en-US" sz="3300"/>
              <a:t> </a:t>
            </a:r>
            <a:endParaRPr b="1" sz="3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96ea7823bd_0_12"/>
          <p:cNvSpPr/>
          <p:nvPr/>
        </p:nvSpPr>
        <p:spPr>
          <a:xfrm>
            <a:off x="718625" y="4670650"/>
            <a:ext cx="19057620" cy="6439154"/>
          </a:xfrm>
          <a:custGeom>
            <a:rect b="b" l="l" r="r" t="t"/>
            <a:pathLst>
              <a:path extrusionOk="0" h="10261600" w="19057620">
                <a:moveTo>
                  <a:pt x="19057011" y="0"/>
                </a:moveTo>
                <a:lnTo>
                  <a:pt x="0" y="0"/>
                </a:lnTo>
                <a:lnTo>
                  <a:pt x="0" y="10261467"/>
                </a:lnTo>
                <a:lnTo>
                  <a:pt x="19057011" y="10261467"/>
                </a:lnTo>
                <a:lnTo>
                  <a:pt x="19057011" y="0"/>
                </a:lnTo>
                <a:close/>
              </a:path>
            </a:pathLst>
          </a:custGeom>
          <a:solidFill>
            <a:srgbClr val="E9E8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6" name="Google Shape;606;g396ea7823bd_0_12"/>
          <p:cNvSpPr txBox="1"/>
          <p:nvPr>
            <p:ph idx="4294967295" type="ctrTitle"/>
          </p:nvPr>
        </p:nvSpPr>
        <p:spPr>
          <a:xfrm>
            <a:off x="1074625" y="976925"/>
            <a:ext cx="15875100" cy="3985500"/>
          </a:xfrm>
          <a:prstGeom prst="rect">
            <a:avLst/>
          </a:prstGeom>
          <a:noFill/>
          <a:ln>
            <a:noFill/>
          </a:ln>
        </p:spPr>
        <p:txBody>
          <a:bodyPr anchorCtr="0" anchor="t" bIns="0" lIns="0" spcFirstLastPara="1" rIns="0" wrap="square" tIns="599425">
            <a:spAutoFit/>
          </a:bodyPr>
          <a:lstStyle/>
          <a:p>
            <a:pPr indent="0" lvl="0" marL="0" rtl="0" algn="l">
              <a:lnSpc>
                <a:spcPct val="115000"/>
              </a:lnSpc>
              <a:spcBef>
                <a:spcPts val="1200"/>
              </a:spcBef>
              <a:spcAft>
                <a:spcPts val="0"/>
              </a:spcAft>
              <a:buNone/>
            </a:pPr>
            <a:r>
              <a:rPr b="1" lang="en-US" sz="4800">
                <a:solidFill>
                  <a:schemeClr val="dk1"/>
                </a:solidFill>
              </a:rPr>
              <a:t>A Broken System In Need Of Reinvention </a:t>
            </a:r>
            <a:endParaRPr b="1" sz="4800">
              <a:solidFill>
                <a:schemeClr val="dk1"/>
              </a:solidFill>
            </a:endParaRPr>
          </a:p>
          <a:p>
            <a:pPr indent="0" lvl="0" marL="0" rtl="0" algn="l">
              <a:lnSpc>
                <a:spcPct val="115000"/>
              </a:lnSpc>
              <a:spcBef>
                <a:spcPts val="1200"/>
              </a:spcBef>
              <a:spcAft>
                <a:spcPts val="0"/>
              </a:spcAft>
              <a:buNone/>
            </a:pPr>
            <a:r>
              <a:rPr lang="en-US" sz="2400">
                <a:solidFill>
                  <a:schemeClr val="dk1"/>
                </a:solidFill>
              </a:rPr>
              <a:t>The global crisis infrastructure is </a:t>
            </a:r>
            <a:r>
              <a:rPr b="1" lang="en-US" sz="2400">
                <a:solidFill>
                  <a:schemeClr val="dk1"/>
                </a:solidFill>
              </a:rPr>
              <a:t>fragmented</a:t>
            </a:r>
            <a:r>
              <a:rPr lang="en-US" sz="2400">
                <a:solidFill>
                  <a:schemeClr val="dk1"/>
                </a:solidFill>
              </a:rPr>
              <a:t>, </a:t>
            </a:r>
            <a:r>
              <a:rPr b="1" lang="en-US" sz="2400">
                <a:solidFill>
                  <a:schemeClr val="dk1"/>
                </a:solidFill>
              </a:rPr>
              <a:t>delayed</a:t>
            </a:r>
            <a:r>
              <a:rPr lang="en-US" sz="2400">
                <a:solidFill>
                  <a:schemeClr val="dk1"/>
                </a:solidFill>
              </a:rPr>
              <a:t>, and </a:t>
            </a:r>
            <a:r>
              <a:rPr b="1" lang="en-US" sz="2400">
                <a:solidFill>
                  <a:schemeClr val="dk1"/>
                </a:solidFill>
              </a:rPr>
              <a:t>inefficient</a:t>
            </a:r>
            <a:r>
              <a:rPr lang="en-US" sz="2400">
                <a:solidFill>
                  <a:schemeClr val="dk1"/>
                </a:solidFill>
              </a:rPr>
              <a:t>.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It’s marked by disbursement lags of up to 20 months in U.S. federal programs, 17–30% leakage across traditional aid flows, and capital trapped in slow grant cycles. NGOs face high administrative burdens, while opaque reporting further limits accountability and impact.</a:t>
            </a:r>
            <a:endParaRPr sz="2400">
              <a:solidFill>
                <a:schemeClr val="dk1"/>
              </a:solidFill>
            </a:endParaRPr>
          </a:p>
          <a:p>
            <a:pPr indent="0" lvl="0" marL="0" rtl="0" algn="l">
              <a:lnSpc>
                <a:spcPct val="115000"/>
              </a:lnSpc>
              <a:spcBef>
                <a:spcPts val="1200"/>
              </a:spcBef>
              <a:spcAft>
                <a:spcPts val="1200"/>
              </a:spcAft>
              <a:buNone/>
            </a:pPr>
            <a:r>
              <a:t/>
            </a:r>
            <a:endParaRPr b="1" sz="2400">
              <a:solidFill>
                <a:schemeClr val="dk1"/>
              </a:solidFill>
            </a:endParaRPr>
          </a:p>
        </p:txBody>
      </p:sp>
      <p:sp>
        <p:nvSpPr>
          <p:cNvPr id="607" name="Google Shape;607;g396ea7823bd_0_12"/>
          <p:cNvSpPr txBox="1"/>
          <p:nvPr>
            <p:ph idx="4294967295" type="ctrTitle"/>
          </p:nvPr>
        </p:nvSpPr>
        <p:spPr>
          <a:xfrm>
            <a:off x="1221150" y="5154250"/>
            <a:ext cx="14092200" cy="5260200"/>
          </a:xfrm>
          <a:prstGeom prst="rect">
            <a:avLst/>
          </a:prstGeom>
          <a:noFill/>
          <a:ln>
            <a:noFill/>
          </a:ln>
        </p:spPr>
        <p:txBody>
          <a:bodyPr anchorCtr="0" anchor="t" bIns="0" lIns="0" spcFirstLastPara="1" rIns="0" wrap="square" tIns="599425">
            <a:spAutoFit/>
          </a:bodyPr>
          <a:lstStyle/>
          <a:p>
            <a:pPr indent="0" lvl="0" marL="45720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b="1" lang="en-US" sz="4800">
                <a:solidFill>
                  <a:schemeClr val="dk1"/>
                </a:solidFill>
              </a:rPr>
              <a:t>A Reimagined Model: Programmable Humanitarian Infrastructure</a:t>
            </a:r>
            <a:endParaRPr b="1" sz="4800">
              <a:solidFill>
                <a:schemeClr val="dk1"/>
              </a:solidFill>
            </a:endParaRPr>
          </a:p>
          <a:p>
            <a:pPr indent="0" lvl="0" marL="0" rtl="0" algn="l">
              <a:lnSpc>
                <a:spcPct val="115000"/>
              </a:lnSpc>
              <a:spcBef>
                <a:spcPts val="1200"/>
              </a:spcBef>
              <a:spcAft>
                <a:spcPts val="0"/>
              </a:spcAft>
              <a:buNone/>
            </a:pPr>
            <a:r>
              <a:rPr lang="en-US" sz="2400">
                <a:solidFill>
                  <a:srgbClr val="222222"/>
                </a:solidFill>
              </a:rPr>
              <a:t>The Tokenization Foundation replaces fragmented aid systems with a programmable,                   real-time infrastructure:</a:t>
            </a:r>
            <a:endParaRPr sz="2400">
              <a:solidFill>
                <a:srgbClr val="222222"/>
              </a:solidFill>
            </a:endParaRPr>
          </a:p>
          <a:p>
            <a:pPr indent="-381000" lvl="0" marL="457200" rtl="0" algn="l">
              <a:lnSpc>
                <a:spcPct val="115000"/>
              </a:lnSpc>
              <a:spcBef>
                <a:spcPts val="1200"/>
              </a:spcBef>
              <a:spcAft>
                <a:spcPts val="0"/>
              </a:spcAft>
              <a:buClr>
                <a:srgbClr val="222222"/>
              </a:buClr>
              <a:buSzPts val="2400"/>
              <a:buChar char="●"/>
            </a:pPr>
            <a:r>
              <a:rPr lang="en-US" sz="2400">
                <a:solidFill>
                  <a:srgbClr val="222222"/>
                </a:solidFill>
              </a:rPr>
              <a:t>Funds are tokenized and delivered directly to recipients’ digital wallets</a:t>
            </a:r>
            <a:endParaRPr sz="2400">
              <a:solidFill>
                <a:srgbClr val="222222"/>
              </a:solidFill>
            </a:endParaRPr>
          </a:p>
          <a:p>
            <a:pPr indent="-381000" lvl="0" marL="457200" rtl="0" algn="l">
              <a:lnSpc>
                <a:spcPct val="115000"/>
              </a:lnSpc>
              <a:spcBef>
                <a:spcPts val="0"/>
              </a:spcBef>
              <a:spcAft>
                <a:spcPts val="0"/>
              </a:spcAft>
              <a:buClr>
                <a:srgbClr val="222222"/>
              </a:buClr>
              <a:buSzPts val="2400"/>
              <a:buChar char="●"/>
            </a:pPr>
            <a:r>
              <a:rPr lang="en-US" sz="2400">
                <a:solidFill>
                  <a:srgbClr val="222222"/>
                </a:solidFill>
              </a:rPr>
              <a:t>Blockchain enables instant, traceable, and secure transfers</a:t>
            </a:r>
            <a:endParaRPr sz="2400">
              <a:solidFill>
                <a:srgbClr val="222222"/>
              </a:solidFill>
            </a:endParaRPr>
          </a:p>
          <a:p>
            <a:pPr indent="-381000" lvl="0" marL="457200" rtl="0" algn="l">
              <a:lnSpc>
                <a:spcPct val="115000"/>
              </a:lnSpc>
              <a:spcBef>
                <a:spcPts val="0"/>
              </a:spcBef>
              <a:spcAft>
                <a:spcPts val="0"/>
              </a:spcAft>
              <a:buClr>
                <a:srgbClr val="222222"/>
              </a:buClr>
              <a:buSzPts val="2400"/>
              <a:buChar char="●"/>
            </a:pPr>
            <a:r>
              <a:rPr lang="en-US" sz="2400">
                <a:solidFill>
                  <a:srgbClr val="222222"/>
                </a:solidFill>
              </a:rPr>
              <a:t>AI provides real-time oversight, analytics, and adaptive governance</a:t>
            </a:r>
            <a:endParaRPr b="1" sz="2400">
              <a:solidFill>
                <a:schemeClr val="dk1"/>
              </a:solidFill>
            </a:endParaRPr>
          </a:p>
        </p:txBody>
      </p:sp>
      <p:pic>
        <p:nvPicPr>
          <p:cNvPr id="608" name="Google Shape;608;g396ea7823bd_0_12" title="TF_Logo_Blk.png"/>
          <p:cNvPicPr preferRelativeResize="0"/>
          <p:nvPr/>
        </p:nvPicPr>
        <p:blipFill rotWithShape="1">
          <a:blip r:embed="rId3">
            <a:alphaModFix/>
          </a:blip>
          <a:srcRect b="30439" l="12416" r="25722" t="20220"/>
          <a:stretch/>
        </p:blipFill>
        <p:spPr>
          <a:xfrm>
            <a:off x="11475700" y="4962425"/>
            <a:ext cx="8628399" cy="6150076"/>
          </a:xfrm>
          <a:prstGeom prst="rect">
            <a:avLst/>
          </a:prstGeom>
          <a:noFill/>
          <a:ln>
            <a:noFill/>
          </a:ln>
        </p:spPr>
      </p:pic>
      <p:sp>
        <p:nvSpPr>
          <p:cNvPr id="609" name="Google Shape;609;g396ea7823bd_0_12"/>
          <p:cNvSpPr/>
          <p:nvPr/>
        </p:nvSpPr>
        <p:spPr>
          <a:xfrm>
            <a:off x="651000" y="244223"/>
            <a:ext cx="5541645" cy="1143508"/>
          </a:xfrm>
          <a:custGeom>
            <a:rect b="b" l="l" r="r" t="t"/>
            <a:pathLst>
              <a:path extrusionOk="0" h="5717540" w="5541645">
                <a:moveTo>
                  <a:pt x="5541454" y="0"/>
                </a:moveTo>
                <a:lnTo>
                  <a:pt x="0" y="0"/>
                </a:lnTo>
                <a:lnTo>
                  <a:pt x="0" y="5717103"/>
                </a:lnTo>
                <a:lnTo>
                  <a:pt x="5541454" y="5717103"/>
                </a:lnTo>
                <a:lnTo>
                  <a:pt x="5541454"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0" name="Google Shape;610;g396ea7823bd_0_12"/>
          <p:cNvSpPr txBox="1"/>
          <p:nvPr/>
        </p:nvSpPr>
        <p:spPr>
          <a:xfrm>
            <a:off x="665392" y="461270"/>
            <a:ext cx="5541600" cy="818400"/>
          </a:xfrm>
          <a:prstGeom prst="rect">
            <a:avLst/>
          </a:prstGeom>
          <a:noFill/>
          <a:ln>
            <a:noFill/>
          </a:ln>
        </p:spPr>
        <p:txBody>
          <a:bodyPr anchorCtr="0" anchor="t" bIns="0" lIns="0" spcFirstLastPara="1" rIns="0" wrap="square" tIns="200650">
            <a:spAutoFit/>
          </a:bodyPr>
          <a:lstStyle/>
          <a:p>
            <a:pPr indent="0" lvl="0" marL="12700" marR="0" rtl="0" algn="ctr">
              <a:lnSpc>
                <a:spcPct val="10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The </a:t>
            </a:r>
            <a:r>
              <a:rPr lang="en-US" sz="4000">
                <a:solidFill>
                  <a:schemeClr val="lt1"/>
                </a:solidFill>
              </a:rPr>
              <a:t>Problem</a:t>
            </a:r>
            <a:endParaRPr b="0" i="0" sz="4000" u="none" cap="none" strike="noStrike">
              <a:solidFill>
                <a:schemeClr val="lt1"/>
              </a:solidFill>
              <a:latin typeface="Arial"/>
              <a:ea typeface="Arial"/>
              <a:cs typeface="Arial"/>
              <a:sym typeface="Arial"/>
            </a:endParaRPr>
          </a:p>
        </p:txBody>
      </p:sp>
      <p:sp>
        <p:nvSpPr>
          <p:cNvPr id="611" name="Google Shape;611;g396ea7823bd_0_12"/>
          <p:cNvSpPr/>
          <p:nvPr/>
        </p:nvSpPr>
        <p:spPr>
          <a:xfrm>
            <a:off x="836250" y="4670648"/>
            <a:ext cx="5541645" cy="1143508"/>
          </a:xfrm>
          <a:custGeom>
            <a:rect b="b" l="l" r="r" t="t"/>
            <a:pathLst>
              <a:path extrusionOk="0" h="5717540" w="5541645">
                <a:moveTo>
                  <a:pt x="5541454" y="0"/>
                </a:moveTo>
                <a:lnTo>
                  <a:pt x="0" y="0"/>
                </a:lnTo>
                <a:lnTo>
                  <a:pt x="0" y="5717103"/>
                </a:lnTo>
                <a:lnTo>
                  <a:pt x="5541454" y="5717103"/>
                </a:lnTo>
                <a:lnTo>
                  <a:pt x="5541454" y="0"/>
                </a:lnTo>
                <a:close/>
              </a:path>
            </a:pathLst>
          </a:custGeom>
          <a:solidFill>
            <a:srgbClr val="3766B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2" name="Google Shape;612;g396ea7823bd_0_12"/>
          <p:cNvSpPr txBox="1"/>
          <p:nvPr/>
        </p:nvSpPr>
        <p:spPr>
          <a:xfrm>
            <a:off x="850642" y="4887695"/>
            <a:ext cx="5541600" cy="818400"/>
          </a:xfrm>
          <a:prstGeom prst="rect">
            <a:avLst/>
          </a:prstGeom>
          <a:noFill/>
          <a:ln>
            <a:noFill/>
          </a:ln>
        </p:spPr>
        <p:txBody>
          <a:bodyPr anchorCtr="0" anchor="t" bIns="0" lIns="0" spcFirstLastPara="1" rIns="0" wrap="square" tIns="200650">
            <a:spAutoFit/>
          </a:bodyPr>
          <a:lstStyle/>
          <a:p>
            <a:pPr indent="0" lvl="0" marL="12700" marR="0" rtl="0" algn="ctr">
              <a:lnSpc>
                <a:spcPct val="10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The </a:t>
            </a:r>
            <a:r>
              <a:rPr lang="en-US" sz="4000">
                <a:solidFill>
                  <a:schemeClr val="lt1"/>
                </a:solidFill>
              </a:rPr>
              <a:t>Solutions</a:t>
            </a:r>
            <a:endParaRPr b="0" i="0" sz="40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17" name="Shape 617"/>
        <p:cNvGrpSpPr/>
        <p:nvPr/>
      </p:nvGrpSpPr>
      <p:grpSpPr>
        <a:xfrm>
          <a:off x="0" y="0"/>
          <a:ext cx="0" cy="0"/>
          <a:chOff x="0" y="0"/>
          <a:chExt cx="0" cy="0"/>
        </a:xfrm>
      </p:grpSpPr>
      <p:sp>
        <p:nvSpPr>
          <p:cNvPr id="618" name="Google Shape;618;g396ea7823bd_0_78"/>
          <p:cNvSpPr/>
          <p:nvPr/>
        </p:nvSpPr>
        <p:spPr>
          <a:xfrm>
            <a:off x="523544" y="523544"/>
            <a:ext cx="19057620" cy="9825482"/>
          </a:xfrm>
          <a:custGeom>
            <a:rect b="b" l="l" r="r" t="t"/>
            <a:pathLst>
              <a:path extrusionOk="0" h="10261600" w="19057620">
                <a:moveTo>
                  <a:pt x="19057011" y="0"/>
                </a:moveTo>
                <a:lnTo>
                  <a:pt x="0" y="0"/>
                </a:lnTo>
                <a:lnTo>
                  <a:pt x="0" y="10261467"/>
                </a:lnTo>
                <a:lnTo>
                  <a:pt x="19057011" y="10261467"/>
                </a:lnTo>
                <a:lnTo>
                  <a:pt x="19057011" y="0"/>
                </a:lnTo>
                <a:close/>
              </a:path>
            </a:pathLst>
          </a:custGeom>
          <a:solidFill>
            <a:srgbClr val="E9E8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9" name="Google Shape;619;g396ea7823bd_0_78"/>
          <p:cNvSpPr/>
          <p:nvPr/>
        </p:nvSpPr>
        <p:spPr>
          <a:xfrm>
            <a:off x="522936" y="675047"/>
            <a:ext cx="19057620" cy="9671558"/>
          </a:xfrm>
          <a:custGeom>
            <a:rect b="b" l="l" r="r" t="t"/>
            <a:pathLst>
              <a:path extrusionOk="0" h="10261600" w="19057620">
                <a:moveTo>
                  <a:pt x="19057011" y="0"/>
                </a:moveTo>
                <a:lnTo>
                  <a:pt x="0" y="10261467"/>
                </a:lnTo>
                <a:lnTo>
                  <a:pt x="19057011" y="10261467"/>
                </a:lnTo>
                <a:lnTo>
                  <a:pt x="19057011" y="0"/>
                </a:lnTo>
                <a:close/>
              </a:path>
            </a:pathLst>
          </a:custGeom>
          <a:solidFill>
            <a:srgbClr val="FFFFFF">
              <a:alpha val="5019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0" name="Google Shape;620;g396ea7823bd_0_78"/>
          <p:cNvSpPr txBox="1"/>
          <p:nvPr/>
        </p:nvSpPr>
        <p:spPr>
          <a:xfrm>
            <a:off x="1326825" y="3063500"/>
            <a:ext cx="17372700" cy="4944000"/>
          </a:xfrm>
          <a:prstGeom prst="rect">
            <a:avLst/>
          </a:prstGeom>
          <a:noFill/>
          <a:ln>
            <a:noFill/>
          </a:ln>
        </p:spPr>
        <p:txBody>
          <a:bodyPr anchorCtr="0" anchor="t" bIns="0" lIns="0" spcFirstLastPara="1" rIns="0" wrap="square" tIns="73025">
            <a:spAutoFit/>
          </a:bodyPr>
          <a:lstStyle/>
          <a:p>
            <a:pPr indent="0" lvl="0" marL="0" rtl="0" algn="l">
              <a:lnSpc>
                <a:spcPct val="115000"/>
              </a:lnSpc>
              <a:spcBef>
                <a:spcPts val="1200"/>
              </a:spcBef>
              <a:spcAft>
                <a:spcPts val="0"/>
              </a:spcAft>
              <a:buNone/>
            </a:pPr>
            <a:r>
              <a:rPr b="1" lang="en-US" sz="4800">
                <a:solidFill>
                  <a:schemeClr val="dk1"/>
                </a:solidFill>
              </a:rPr>
              <a:t>I</a:t>
            </a:r>
            <a:r>
              <a:rPr b="1" lang="en-US" sz="4800">
                <a:solidFill>
                  <a:srgbClr val="222222"/>
                </a:solidFill>
              </a:rPr>
              <a:t>nfrastructure Designed To Deliver:</a:t>
            </a:r>
            <a:endParaRPr b="1" sz="4800">
              <a:solidFill>
                <a:srgbClr val="222222"/>
              </a:solidFill>
            </a:endParaRPr>
          </a:p>
          <a:p>
            <a:pPr indent="-381000" lvl="0" marL="914400" rtl="0" algn="l">
              <a:lnSpc>
                <a:spcPct val="115000"/>
              </a:lnSpc>
              <a:spcBef>
                <a:spcPts val="1200"/>
              </a:spcBef>
              <a:spcAft>
                <a:spcPts val="0"/>
              </a:spcAft>
              <a:buClr>
                <a:srgbClr val="222222"/>
              </a:buClr>
              <a:buSzPts val="2400"/>
              <a:buChar char="●"/>
            </a:pPr>
            <a:r>
              <a:rPr lang="en-US" sz="2400">
                <a:solidFill>
                  <a:srgbClr val="222222"/>
                </a:solidFill>
              </a:rPr>
              <a:t>50–70% faster disbursement of crisis funds</a:t>
            </a:r>
            <a:endParaRPr sz="2400">
              <a:solidFill>
                <a:srgbClr val="222222"/>
              </a:solidFill>
            </a:endParaRPr>
          </a:p>
          <a:p>
            <a:pPr indent="-381000" lvl="0" marL="914400" rtl="0" algn="l">
              <a:lnSpc>
                <a:spcPct val="115000"/>
              </a:lnSpc>
              <a:spcBef>
                <a:spcPts val="0"/>
              </a:spcBef>
              <a:spcAft>
                <a:spcPts val="0"/>
              </a:spcAft>
              <a:buClr>
                <a:srgbClr val="222222"/>
              </a:buClr>
              <a:buSzPts val="2400"/>
              <a:buChar char="●"/>
            </a:pPr>
            <a:r>
              <a:rPr lang="en-US" sz="2400">
                <a:solidFill>
                  <a:srgbClr val="222222"/>
                </a:solidFill>
              </a:rPr>
              <a:t>30–50% reduction in administrative overhead</a:t>
            </a:r>
            <a:endParaRPr sz="2400">
              <a:solidFill>
                <a:srgbClr val="222222"/>
              </a:solidFill>
            </a:endParaRPr>
          </a:p>
          <a:p>
            <a:pPr indent="-381000" lvl="0" marL="914400" rtl="0" algn="l">
              <a:lnSpc>
                <a:spcPct val="115000"/>
              </a:lnSpc>
              <a:spcBef>
                <a:spcPts val="0"/>
              </a:spcBef>
              <a:spcAft>
                <a:spcPts val="0"/>
              </a:spcAft>
              <a:buClr>
                <a:srgbClr val="222222"/>
              </a:buClr>
              <a:buSzPts val="2400"/>
              <a:buChar char="●"/>
            </a:pPr>
            <a:r>
              <a:rPr lang="en-US" sz="2400">
                <a:solidFill>
                  <a:srgbClr val="222222"/>
                </a:solidFill>
              </a:rPr>
              <a:t>Real-time transparency and traceability</a:t>
            </a:r>
            <a:endParaRPr sz="2400">
              <a:solidFill>
                <a:srgbClr val="222222"/>
              </a:solidFill>
            </a:endParaRPr>
          </a:p>
          <a:p>
            <a:pPr indent="0" lvl="0" marL="0" rtl="0" algn="l">
              <a:lnSpc>
                <a:spcPct val="115000"/>
              </a:lnSpc>
              <a:spcBef>
                <a:spcPts val="1200"/>
              </a:spcBef>
              <a:spcAft>
                <a:spcPts val="1200"/>
              </a:spcAft>
              <a:buClr>
                <a:schemeClr val="dk1"/>
              </a:buClr>
              <a:buSzPts val="1100"/>
              <a:buFont typeface="Arial"/>
              <a:buNone/>
            </a:pPr>
            <a:r>
              <a:rPr lang="en-US" sz="4800">
                <a:solidFill>
                  <a:srgbClr val="222222"/>
                </a:solidFill>
              </a:rPr>
              <a:t>Over five years, the platform is expected to reach </a:t>
            </a:r>
            <a:r>
              <a:rPr b="1" lang="en-US" sz="4800">
                <a:solidFill>
                  <a:srgbClr val="222222"/>
                </a:solidFill>
              </a:rPr>
              <a:t>+ billion people globally</a:t>
            </a:r>
            <a:r>
              <a:rPr lang="en-US" sz="4800">
                <a:solidFill>
                  <a:srgbClr val="222222"/>
                </a:solidFill>
              </a:rPr>
              <a:t>, while scaling transaction volume into the hundreds of millions annually.</a:t>
            </a:r>
            <a:endParaRPr sz="4800">
              <a:solidFill>
                <a:schemeClr val="dk1"/>
              </a:solidFill>
            </a:endParaRPr>
          </a:p>
        </p:txBody>
      </p:sp>
      <p:pic>
        <p:nvPicPr>
          <p:cNvPr descr="A blue and black logo&#10;&#10;AI-generated content may be incorrect." id="621" name="Google Shape;621;g396ea7823bd_0_78"/>
          <p:cNvPicPr preferRelativeResize="0"/>
          <p:nvPr/>
        </p:nvPicPr>
        <p:blipFill rotWithShape="1">
          <a:blip r:embed="rId3">
            <a:alphaModFix/>
          </a:blip>
          <a:srcRect b="39857" l="33177" r="53098" t="38140"/>
          <a:stretch/>
        </p:blipFill>
        <p:spPr>
          <a:xfrm>
            <a:off x="19043650" y="10347362"/>
            <a:ext cx="1066800" cy="961989"/>
          </a:xfrm>
          <a:prstGeom prst="rect">
            <a:avLst/>
          </a:prstGeom>
          <a:noFill/>
          <a:ln>
            <a:noFill/>
          </a:ln>
        </p:spPr>
      </p:pic>
      <p:sp>
        <p:nvSpPr>
          <p:cNvPr id="622" name="Google Shape;622;g396ea7823bd_0_78"/>
          <p:cNvSpPr/>
          <p:nvPr/>
        </p:nvSpPr>
        <p:spPr>
          <a:xfrm>
            <a:off x="7220605" y="595229"/>
            <a:ext cx="5541645" cy="1700968"/>
          </a:xfrm>
          <a:custGeom>
            <a:rect b="b" l="l" r="r" t="t"/>
            <a:pathLst>
              <a:path extrusionOk="0" h="5717540" w="5541645">
                <a:moveTo>
                  <a:pt x="5541454" y="0"/>
                </a:moveTo>
                <a:lnTo>
                  <a:pt x="0" y="0"/>
                </a:lnTo>
                <a:lnTo>
                  <a:pt x="0" y="5717103"/>
                </a:lnTo>
                <a:lnTo>
                  <a:pt x="5541454" y="5717103"/>
                </a:lnTo>
                <a:lnTo>
                  <a:pt x="5541454" y="0"/>
                </a:lnTo>
                <a:close/>
              </a:path>
            </a:pathLst>
          </a:custGeom>
          <a:solidFill>
            <a:srgbClr val="3766B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3" name="Google Shape;623;g396ea7823bd_0_78"/>
          <p:cNvSpPr txBox="1"/>
          <p:nvPr/>
        </p:nvSpPr>
        <p:spPr>
          <a:xfrm>
            <a:off x="7234997" y="919294"/>
            <a:ext cx="5541600" cy="818400"/>
          </a:xfrm>
          <a:prstGeom prst="rect">
            <a:avLst/>
          </a:prstGeom>
          <a:noFill/>
          <a:ln>
            <a:noFill/>
          </a:ln>
        </p:spPr>
        <p:txBody>
          <a:bodyPr anchorCtr="0" anchor="t" bIns="0" lIns="0" spcFirstLastPara="1" rIns="0" wrap="square" tIns="200650">
            <a:spAutoFit/>
          </a:bodyPr>
          <a:lstStyle/>
          <a:p>
            <a:pPr indent="0" lvl="0" marL="12700" marR="0" rtl="0" algn="ctr">
              <a:lnSpc>
                <a:spcPct val="100000"/>
              </a:lnSpc>
              <a:spcBef>
                <a:spcPts val="0"/>
              </a:spcBef>
              <a:spcAft>
                <a:spcPts val="0"/>
              </a:spcAft>
              <a:buClr>
                <a:srgbClr val="000000"/>
              </a:buClr>
              <a:buSzPts val="4000"/>
              <a:buFont typeface="Arial"/>
              <a:buNone/>
            </a:pPr>
            <a:r>
              <a:rPr b="1" lang="en-US" sz="4000">
                <a:solidFill>
                  <a:schemeClr val="lt1"/>
                </a:solidFill>
              </a:rPr>
              <a:t>Impact</a:t>
            </a:r>
            <a:endParaRPr b="1" i="0" sz="4000" u="none" cap="none" strike="noStrike">
              <a:solidFill>
                <a:schemeClr val="lt1"/>
              </a:solidFill>
            </a:endParaRPr>
          </a:p>
        </p:txBody>
      </p:sp>
      <p:pic>
        <p:nvPicPr>
          <p:cNvPr descr="A black background with a black square&#10;&#10;AI-generated content may be incorrect." id="624" name="Google Shape;624;g396ea7823bd_0_78"/>
          <p:cNvPicPr preferRelativeResize="0"/>
          <p:nvPr/>
        </p:nvPicPr>
        <p:blipFill rotWithShape="1">
          <a:blip r:embed="rId4">
            <a:alphaModFix amt="5000"/>
          </a:blip>
          <a:srcRect b="42893" l="34644" r="55222" t="40186"/>
          <a:stretch/>
        </p:blipFill>
        <p:spPr>
          <a:xfrm>
            <a:off x="5286795" y="1484492"/>
            <a:ext cx="9438025" cy="886453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96ea7823bd_0_22"/>
          <p:cNvSpPr txBox="1"/>
          <p:nvPr>
            <p:ph idx="4294967295" type="ctrTitle"/>
          </p:nvPr>
        </p:nvSpPr>
        <p:spPr>
          <a:xfrm>
            <a:off x="1137700" y="317500"/>
            <a:ext cx="17828700" cy="3831600"/>
          </a:xfrm>
          <a:prstGeom prst="rect">
            <a:avLst/>
          </a:prstGeom>
          <a:noFill/>
          <a:ln>
            <a:noFill/>
          </a:ln>
        </p:spPr>
        <p:txBody>
          <a:bodyPr anchorCtr="0" anchor="t" bIns="0" lIns="0" spcFirstLastPara="1" rIns="0" wrap="square" tIns="599425">
            <a:spAutoFit/>
          </a:bodyPr>
          <a:lstStyle/>
          <a:p>
            <a:pPr indent="0" lvl="0" marL="0" rtl="0" algn="l">
              <a:lnSpc>
                <a:spcPct val="115000"/>
              </a:lnSpc>
              <a:spcBef>
                <a:spcPts val="1200"/>
              </a:spcBef>
              <a:spcAft>
                <a:spcPts val="0"/>
              </a:spcAft>
              <a:buNone/>
            </a:pPr>
            <a:r>
              <a:rPr b="1" lang="en-US" sz="4800">
                <a:solidFill>
                  <a:schemeClr val="dk1"/>
                </a:solidFill>
              </a:rPr>
              <a:t>Building The Infrastructure Ecosystem With Two Initial Founding Governing Council Members</a:t>
            </a:r>
            <a:endParaRPr b="1" sz="4800">
              <a:solidFill>
                <a:schemeClr val="dk1"/>
              </a:solidFill>
              <a:highlight>
                <a:srgbClr val="FFFF00"/>
              </a:highlight>
            </a:endParaRPr>
          </a:p>
          <a:p>
            <a:pPr indent="0" lvl="0" marL="0" rtl="0" algn="l">
              <a:lnSpc>
                <a:spcPct val="115000"/>
              </a:lnSpc>
              <a:spcBef>
                <a:spcPts val="1200"/>
              </a:spcBef>
              <a:spcAft>
                <a:spcPts val="0"/>
              </a:spcAft>
              <a:buNone/>
            </a:pPr>
            <a:r>
              <a:t/>
            </a:r>
            <a:endParaRPr b="1" sz="4800">
              <a:solidFill>
                <a:schemeClr val="dk1"/>
              </a:solidFill>
            </a:endParaRPr>
          </a:p>
          <a:p>
            <a:pPr indent="0" lvl="0" marL="0" rtl="0" algn="l">
              <a:lnSpc>
                <a:spcPct val="115000"/>
              </a:lnSpc>
              <a:spcBef>
                <a:spcPts val="1200"/>
              </a:spcBef>
              <a:spcAft>
                <a:spcPts val="1200"/>
              </a:spcAft>
              <a:buNone/>
            </a:pPr>
            <a:r>
              <a:t/>
            </a:r>
            <a:endParaRPr b="1" sz="2400">
              <a:solidFill>
                <a:schemeClr val="dk1"/>
              </a:solidFill>
            </a:endParaRPr>
          </a:p>
        </p:txBody>
      </p:sp>
      <p:pic>
        <p:nvPicPr>
          <p:cNvPr descr="download-1.pngGoogle Shape;666;g3ce26376cde_0_32" id="631" name="Google Shape;631;g396ea7823bd_0_22"/>
          <p:cNvPicPr preferRelativeResize="0"/>
          <p:nvPr/>
        </p:nvPicPr>
        <p:blipFill rotWithShape="1">
          <a:blip r:embed="rId3">
            <a:alphaModFix/>
          </a:blip>
          <a:srcRect b="0" l="0" r="0" t="0"/>
          <a:stretch/>
        </p:blipFill>
        <p:spPr>
          <a:xfrm>
            <a:off x="4544400" y="3091625"/>
            <a:ext cx="6323875" cy="3304725"/>
          </a:xfrm>
          <a:prstGeom prst="rect">
            <a:avLst/>
          </a:prstGeom>
          <a:noFill/>
          <a:ln>
            <a:noFill/>
          </a:ln>
        </p:spPr>
      </p:pic>
      <p:pic>
        <p:nvPicPr>
          <p:cNvPr descr="download.pngGoogle Shape;672;g3ce26376cde_0_32" id="632" name="Google Shape;632;g396ea7823bd_0_22"/>
          <p:cNvPicPr preferRelativeResize="0"/>
          <p:nvPr/>
        </p:nvPicPr>
        <p:blipFill rotWithShape="1">
          <a:blip r:embed="rId4">
            <a:alphaModFix/>
          </a:blip>
          <a:srcRect b="0" l="0" r="0" t="0"/>
          <a:stretch/>
        </p:blipFill>
        <p:spPr>
          <a:xfrm>
            <a:off x="1137702" y="3091626"/>
            <a:ext cx="3027380" cy="2960726"/>
          </a:xfrm>
          <a:prstGeom prst="rect">
            <a:avLst/>
          </a:prstGeom>
          <a:noFill/>
          <a:ln>
            <a:noFill/>
          </a:ln>
        </p:spPr>
      </p:pic>
      <p:cxnSp>
        <p:nvCxnSpPr>
          <p:cNvPr id="633" name="Google Shape;633;g396ea7823bd_0_22"/>
          <p:cNvCxnSpPr/>
          <p:nvPr/>
        </p:nvCxnSpPr>
        <p:spPr>
          <a:xfrm>
            <a:off x="634988" y="7253650"/>
            <a:ext cx="19245300" cy="73200"/>
          </a:xfrm>
          <a:prstGeom prst="straightConnector1">
            <a:avLst/>
          </a:prstGeom>
          <a:noFill/>
          <a:ln cap="flat" cmpd="sng" w="19050">
            <a:solidFill>
              <a:schemeClr val="dk2"/>
            </a:solidFill>
            <a:prstDash val="solid"/>
            <a:round/>
            <a:headEnd len="med" w="med" type="none"/>
            <a:tailEnd len="med" w="med" type="none"/>
          </a:ln>
        </p:spPr>
      </p:cxnSp>
      <p:sp>
        <p:nvSpPr>
          <p:cNvPr id="634" name="Google Shape;634;g396ea7823bd_0_22"/>
          <p:cNvSpPr txBox="1"/>
          <p:nvPr>
            <p:ph idx="4294967295" type="ctrTitle"/>
          </p:nvPr>
        </p:nvSpPr>
        <p:spPr>
          <a:xfrm>
            <a:off x="899325" y="7477750"/>
            <a:ext cx="17828700" cy="2982000"/>
          </a:xfrm>
          <a:prstGeom prst="rect">
            <a:avLst/>
          </a:prstGeom>
          <a:noFill/>
          <a:ln>
            <a:noFill/>
          </a:ln>
        </p:spPr>
        <p:txBody>
          <a:bodyPr anchorCtr="0" anchor="t" bIns="0" lIns="0" spcFirstLastPara="1" rIns="0" wrap="square" tIns="599425">
            <a:spAutoFit/>
          </a:bodyPr>
          <a:lstStyle/>
          <a:p>
            <a:pPr indent="0" lvl="0" marL="0" rtl="0" algn="l">
              <a:lnSpc>
                <a:spcPct val="115000"/>
              </a:lnSpc>
              <a:spcBef>
                <a:spcPts val="1200"/>
              </a:spcBef>
              <a:spcAft>
                <a:spcPts val="0"/>
              </a:spcAft>
              <a:buNone/>
            </a:pPr>
            <a:r>
              <a:rPr b="1" lang="en-US" sz="4800">
                <a:solidFill>
                  <a:schemeClr val="dk1"/>
                </a:solidFill>
              </a:rPr>
              <a:t>As Featured In </a:t>
            </a:r>
            <a:r>
              <a:rPr b="1" lang="en-US" sz="2400">
                <a:solidFill>
                  <a:srgbClr val="FF0000"/>
                </a:solidFill>
              </a:rPr>
              <a:t>(this </a:t>
            </a:r>
            <a:r>
              <a:rPr b="1" lang="en-US" sz="2400">
                <a:solidFill>
                  <a:srgbClr val="FF0000"/>
                </a:solidFill>
              </a:rPr>
              <a:t>section</a:t>
            </a:r>
            <a:r>
              <a:rPr b="1" lang="en-US" sz="2400">
                <a:solidFill>
                  <a:srgbClr val="FF0000"/>
                </a:solidFill>
              </a:rPr>
              <a:t> will need to be added after we get media coverage)</a:t>
            </a:r>
            <a:endParaRPr b="1" sz="2400">
              <a:solidFill>
                <a:srgbClr val="FF0000"/>
              </a:solidFill>
              <a:highlight>
                <a:srgbClr val="FFFF00"/>
              </a:highlight>
            </a:endParaRPr>
          </a:p>
          <a:p>
            <a:pPr indent="0" lvl="0" marL="0" rtl="0" algn="l">
              <a:lnSpc>
                <a:spcPct val="115000"/>
              </a:lnSpc>
              <a:spcBef>
                <a:spcPts val="1200"/>
              </a:spcBef>
              <a:spcAft>
                <a:spcPts val="0"/>
              </a:spcAft>
              <a:buNone/>
            </a:pPr>
            <a:r>
              <a:t/>
            </a:r>
            <a:endParaRPr b="1" sz="4800">
              <a:solidFill>
                <a:schemeClr val="dk1"/>
              </a:solidFill>
            </a:endParaRPr>
          </a:p>
          <a:p>
            <a:pPr indent="0" lvl="0" marL="0" rtl="0" algn="l">
              <a:lnSpc>
                <a:spcPct val="115000"/>
              </a:lnSpc>
              <a:spcBef>
                <a:spcPts val="1200"/>
              </a:spcBef>
              <a:spcAft>
                <a:spcPts val="1200"/>
              </a:spcAft>
              <a:buNone/>
            </a:pPr>
            <a:r>
              <a:t/>
            </a:r>
            <a:endParaRPr b="1" sz="2400">
              <a:solidFill>
                <a:schemeClr val="dk1"/>
              </a:solidFill>
            </a:endParaRPr>
          </a:p>
        </p:txBody>
      </p:sp>
      <p:pic>
        <p:nvPicPr>
          <p:cNvPr id="635" name="Google Shape;635;g396ea7823bd_0_22" title="download.png"/>
          <p:cNvPicPr preferRelativeResize="0"/>
          <p:nvPr/>
        </p:nvPicPr>
        <p:blipFill>
          <a:blip r:embed="rId5">
            <a:alphaModFix/>
          </a:blip>
          <a:stretch>
            <a:fillRect/>
          </a:stretch>
        </p:blipFill>
        <p:spPr>
          <a:xfrm>
            <a:off x="1856150" y="9157300"/>
            <a:ext cx="1609464" cy="1609464"/>
          </a:xfrm>
          <a:prstGeom prst="rect">
            <a:avLst/>
          </a:prstGeom>
          <a:noFill/>
          <a:ln>
            <a:noFill/>
          </a:ln>
        </p:spPr>
      </p:pic>
      <p:pic>
        <p:nvPicPr>
          <p:cNvPr id="636" name="Google Shape;636;g396ea7823bd_0_22" title="download-2.png"/>
          <p:cNvPicPr preferRelativeResize="0"/>
          <p:nvPr/>
        </p:nvPicPr>
        <p:blipFill>
          <a:blip r:embed="rId6">
            <a:alphaModFix/>
          </a:blip>
          <a:stretch>
            <a:fillRect/>
          </a:stretch>
        </p:blipFill>
        <p:spPr>
          <a:xfrm>
            <a:off x="4608320" y="9260611"/>
            <a:ext cx="4241155" cy="1402844"/>
          </a:xfrm>
          <a:prstGeom prst="rect">
            <a:avLst/>
          </a:prstGeom>
          <a:noFill/>
          <a:ln>
            <a:noFill/>
          </a:ln>
        </p:spPr>
      </p:pic>
      <p:pic>
        <p:nvPicPr>
          <p:cNvPr id="637" name="Google Shape;637;g396ea7823bd_0_22" title="download-1.png"/>
          <p:cNvPicPr preferRelativeResize="0"/>
          <p:nvPr/>
        </p:nvPicPr>
        <p:blipFill>
          <a:blip r:embed="rId7">
            <a:alphaModFix/>
          </a:blip>
          <a:stretch>
            <a:fillRect/>
          </a:stretch>
        </p:blipFill>
        <p:spPr>
          <a:xfrm>
            <a:off x="10105625" y="9440600"/>
            <a:ext cx="3512201" cy="905850"/>
          </a:xfrm>
          <a:prstGeom prst="rect">
            <a:avLst/>
          </a:prstGeom>
          <a:noFill/>
          <a:ln>
            <a:noFill/>
          </a:ln>
        </p:spPr>
      </p:pic>
      <p:sp>
        <p:nvSpPr>
          <p:cNvPr id="638" name="Google Shape;638;g396ea7823bd_0_22"/>
          <p:cNvSpPr txBox="1"/>
          <p:nvPr>
            <p:ph idx="4294967295" type="ctrTitle"/>
          </p:nvPr>
        </p:nvSpPr>
        <p:spPr>
          <a:xfrm>
            <a:off x="1222102" y="6064750"/>
            <a:ext cx="17623200" cy="2451000"/>
          </a:xfrm>
          <a:prstGeom prst="rect">
            <a:avLst/>
          </a:prstGeom>
          <a:noFill/>
          <a:ln>
            <a:noFill/>
          </a:ln>
        </p:spPr>
        <p:txBody>
          <a:bodyPr anchorCtr="0" anchor="t" bIns="0" lIns="0" spcFirstLastPara="1" rIns="0" wrap="square" tIns="599425">
            <a:spAutoFit/>
          </a:bodyPr>
          <a:lstStyle/>
          <a:p>
            <a:pPr indent="0" lvl="0" marL="0" rtl="0" algn="l">
              <a:lnSpc>
                <a:spcPct val="115000"/>
              </a:lnSpc>
              <a:spcBef>
                <a:spcPts val="1200"/>
              </a:spcBef>
              <a:spcAft>
                <a:spcPts val="0"/>
              </a:spcAft>
              <a:buNone/>
            </a:pPr>
            <a:r>
              <a:rPr b="1" lang="en-US" sz="1800">
                <a:solidFill>
                  <a:schemeClr val="dk1"/>
                </a:solidFill>
              </a:rPr>
              <a:t>Interested in getting on our Council? Link</a:t>
            </a:r>
            <a:endParaRPr b="1" sz="1800">
              <a:solidFill>
                <a:schemeClr val="dk1"/>
              </a:solidFill>
              <a:highlight>
                <a:srgbClr val="FFFF00"/>
              </a:highlight>
            </a:endParaRPr>
          </a:p>
          <a:p>
            <a:pPr indent="0" lvl="0" marL="0" rtl="0" algn="l">
              <a:lnSpc>
                <a:spcPct val="115000"/>
              </a:lnSpc>
              <a:spcBef>
                <a:spcPts val="1200"/>
              </a:spcBef>
              <a:spcAft>
                <a:spcPts val="0"/>
              </a:spcAft>
              <a:buNone/>
            </a:pPr>
            <a:r>
              <a:t/>
            </a:r>
            <a:endParaRPr b="1" sz="4800">
              <a:solidFill>
                <a:schemeClr val="dk1"/>
              </a:solidFill>
            </a:endParaRPr>
          </a:p>
          <a:p>
            <a:pPr indent="0" lvl="0" marL="0" rtl="0" algn="l">
              <a:lnSpc>
                <a:spcPct val="115000"/>
              </a:lnSpc>
              <a:spcBef>
                <a:spcPts val="1200"/>
              </a:spcBef>
              <a:spcAft>
                <a:spcPts val="1200"/>
              </a:spcAft>
              <a:buNone/>
            </a:pPr>
            <a:r>
              <a:t/>
            </a:r>
            <a:endParaRPr b="1" sz="2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g396ea7823bd_0_0"/>
          <p:cNvSpPr/>
          <p:nvPr/>
        </p:nvSpPr>
        <p:spPr>
          <a:xfrm>
            <a:off x="298450" y="1221150"/>
            <a:ext cx="19486416" cy="4335526"/>
          </a:xfrm>
          <a:custGeom>
            <a:rect b="b" l="l" r="r" t="t"/>
            <a:pathLst>
              <a:path extrusionOk="0" h="10261600" w="19057620">
                <a:moveTo>
                  <a:pt x="19057011" y="0"/>
                </a:moveTo>
                <a:lnTo>
                  <a:pt x="0" y="0"/>
                </a:lnTo>
                <a:lnTo>
                  <a:pt x="0" y="10261467"/>
                </a:lnTo>
                <a:lnTo>
                  <a:pt x="19057011" y="10261467"/>
                </a:lnTo>
                <a:lnTo>
                  <a:pt x="19057011" y="0"/>
                </a:lnTo>
                <a:close/>
              </a:path>
            </a:pathLst>
          </a:custGeom>
          <a:solidFill>
            <a:srgbClr val="88888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645" name="Google Shape;645;g396ea7823bd_0_0" title="HeaderBanner 1128X191 (1).png"/>
          <p:cNvPicPr preferRelativeResize="0"/>
          <p:nvPr/>
        </p:nvPicPr>
        <p:blipFill>
          <a:blip r:embed="rId3">
            <a:alphaModFix/>
          </a:blip>
          <a:stretch>
            <a:fillRect/>
          </a:stretch>
        </p:blipFill>
        <p:spPr>
          <a:xfrm>
            <a:off x="298450" y="5854925"/>
            <a:ext cx="19507200" cy="3305175"/>
          </a:xfrm>
          <a:prstGeom prst="rect">
            <a:avLst/>
          </a:prstGeom>
          <a:noFill/>
          <a:ln>
            <a:noFill/>
          </a:ln>
        </p:spPr>
      </p:pic>
      <p:sp>
        <p:nvSpPr>
          <p:cNvPr id="646" name="Google Shape;646;g396ea7823bd_0_0"/>
          <p:cNvSpPr txBox="1"/>
          <p:nvPr>
            <p:ph idx="4294967295" type="ctrTitle"/>
          </p:nvPr>
        </p:nvSpPr>
        <p:spPr>
          <a:xfrm>
            <a:off x="976925" y="733675"/>
            <a:ext cx="14092200" cy="3560700"/>
          </a:xfrm>
          <a:prstGeom prst="rect">
            <a:avLst/>
          </a:prstGeom>
          <a:noFill/>
          <a:ln>
            <a:noFill/>
          </a:ln>
        </p:spPr>
        <p:txBody>
          <a:bodyPr anchorCtr="0" anchor="t" bIns="0" lIns="0" spcFirstLastPara="1" rIns="0" wrap="square" tIns="599425">
            <a:spAutoFit/>
          </a:bodyPr>
          <a:lstStyle/>
          <a:p>
            <a:pPr indent="0" lvl="0" marL="45720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b="1" lang="en-US" sz="4800"/>
              <a:t>Join The Movement</a:t>
            </a:r>
            <a:endParaRPr b="1" sz="4800"/>
          </a:p>
          <a:p>
            <a:pPr indent="0" lvl="0" marL="0" rtl="0" algn="l">
              <a:lnSpc>
                <a:spcPct val="115000"/>
              </a:lnSpc>
              <a:spcBef>
                <a:spcPts val="1200"/>
              </a:spcBef>
              <a:spcAft>
                <a:spcPts val="0"/>
              </a:spcAft>
              <a:buNone/>
            </a:pPr>
            <a:r>
              <a:rPr lang="en-US" sz="2400"/>
              <a:t>The Tokenization Foundation invites institutions, partners, and early supporters to participate in building a new global standard for humanitarian aid.</a:t>
            </a:r>
            <a:endParaRPr b="1" sz="2400"/>
          </a:p>
          <a:p>
            <a:pPr indent="0" lvl="0" marL="0" rtl="0" algn="l">
              <a:lnSpc>
                <a:spcPct val="115000"/>
              </a:lnSpc>
              <a:spcBef>
                <a:spcPts val="1200"/>
              </a:spcBef>
              <a:spcAft>
                <a:spcPts val="1200"/>
              </a:spcAft>
              <a:buNone/>
            </a:pPr>
            <a:r>
              <a:t/>
            </a:r>
            <a:endParaRPr sz="2400">
              <a:solidFill>
                <a:srgbClr val="222222"/>
              </a:solidFill>
            </a:endParaRPr>
          </a:p>
        </p:txBody>
      </p:sp>
      <p:sp>
        <p:nvSpPr>
          <p:cNvPr id="647" name="Google Shape;647;g396ea7823bd_0_0"/>
          <p:cNvSpPr/>
          <p:nvPr/>
        </p:nvSpPr>
        <p:spPr>
          <a:xfrm>
            <a:off x="4082202" y="4098125"/>
            <a:ext cx="2730900" cy="646500"/>
          </a:xfrm>
          <a:prstGeom prst="rect">
            <a:avLst/>
          </a:prstGeom>
          <a:solidFill>
            <a:schemeClr val="lt2"/>
          </a:solidFill>
          <a:ln cap="flat" cmpd="sng" w="7450">
            <a:solidFill>
              <a:schemeClr val="dk2"/>
            </a:solidFill>
            <a:prstDash val="solid"/>
            <a:round/>
            <a:headEnd len="sm" w="sm" type="none"/>
            <a:tailEnd len="sm" w="sm" type="none"/>
          </a:ln>
        </p:spPr>
        <p:txBody>
          <a:bodyPr anchorCtr="0" anchor="ctr" bIns="71625" lIns="71625" spcFirstLastPara="1" rIns="71625" wrap="square" tIns="71625">
            <a:noAutofit/>
          </a:bodyPr>
          <a:lstStyle/>
          <a:p>
            <a:pPr indent="0" lvl="0" marL="0" rtl="0" algn="ctr">
              <a:spcBef>
                <a:spcPts val="0"/>
              </a:spcBef>
              <a:spcAft>
                <a:spcPts val="0"/>
              </a:spcAft>
              <a:buNone/>
            </a:pPr>
            <a:r>
              <a:rPr b="1" lang="en-US" sz="1288"/>
              <a:t>Join dSDR Token</a:t>
            </a:r>
            <a:endParaRPr b="1" sz="1288"/>
          </a:p>
          <a:p>
            <a:pPr indent="0" lvl="0" marL="0" rtl="0" algn="ctr">
              <a:spcBef>
                <a:spcPts val="0"/>
              </a:spcBef>
              <a:spcAft>
                <a:spcPts val="0"/>
              </a:spcAft>
              <a:buNone/>
            </a:pPr>
            <a:r>
              <a:rPr b="1" lang="en-US" sz="1288"/>
              <a:t>Waitlist</a:t>
            </a:r>
            <a:endParaRPr b="1" sz="1288"/>
          </a:p>
        </p:txBody>
      </p:sp>
      <p:sp>
        <p:nvSpPr>
          <p:cNvPr id="648" name="Google Shape;648;g396ea7823bd_0_0"/>
          <p:cNvSpPr/>
          <p:nvPr/>
        </p:nvSpPr>
        <p:spPr>
          <a:xfrm>
            <a:off x="976927" y="4098125"/>
            <a:ext cx="2730900" cy="646500"/>
          </a:xfrm>
          <a:prstGeom prst="rect">
            <a:avLst/>
          </a:prstGeom>
          <a:solidFill>
            <a:schemeClr val="lt2"/>
          </a:solidFill>
          <a:ln cap="flat" cmpd="sng" w="7450">
            <a:solidFill>
              <a:schemeClr val="dk2"/>
            </a:solidFill>
            <a:prstDash val="solid"/>
            <a:round/>
            <a:headEnd len="sm" w="sm" type="none"/>
            <a:tailEnd len="sm" w="sm" type="none"/>
          </a:ln>
        </p:spPr>
        <p:txBody>
          <a:bodyPr anchorCtr="0" anchor="ctr" bIns="71625" lIns="71625" spcFirstLastPara="1" rIns="71625" wrap="square" tIns="71625">
            <a:noAutofit/>
          </a:bodyPr>
          <a:lstStyle/>
          <a:p>
            <a:pPr indent="0" lvl="0" marL="0" rtl="0" algn="ctr">
              <a:spcBef>
                <a:spcPts val="0"/>
              </a:spcBef>
              <a:spcAft>
                <a:spcPts val="0"/>
              </a:spcAft>
              <a:buNone/>
            </a:pPr>
            <a:r>
              <a:rPr b="1" lang="en-US" sz="1288"/>
              <a:t>Contact Us</a:t>
            </a:r>
            <a:endParaRPr b="1" sz="1288"/>
          </a:p>
        </p:txBody>
      </p:sp>
      <p:pic>
        <p:nvPicPr>
          <p:cNvPr id="649" name="Google Shape;649;g396ea7823bd_0_0" title="download.png"/>
          <p:cNvPicPr preferRelativeResize="0"/>
          <p:nvPr/>
        </p:nvPicPr>
        <p:blipFill>
          <a:blip r:embed="rId4">
            <a:alphaModFix/>
          </a:blip>
          <a:stretch>
            <a:fillRect/>
          </a:stretch>
        </p:blipFill>
        <p:spPr>
          <a:xfrm>
            <a:off x="640850" y="6081350"/>
            <a:ext cx="1602700" cy="1066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5"/>
          <p:cNvSpPr/>
          <p:nvPr/>
        </p:nvSpPr>
        <p:spPr>
          <a:xfrm>
            <a:off x="2982496" y="1742831"/>
            <a:ext cx="13941613" cy="4391950"/>
          </a:xfrm>
          <a:prstGeom prst="roundRect">
            <a:avLst>
              <a:gd fmla="val 8067" name="adj"/>
            </a:avLst>
          </a:prstGeom>
          <a:solidFill>
            <a:srgbClr val="0C5AD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78"/>
              <a:buFont typeface="Arial"/>
              <a:buNone/>
            </a:pPr>
            <a:r>
              <a:t/>
            </a:r>
            <a:endParaRPr b="0" i="0" sz="3078" u="none" cap="none" strike="noStrike">
              <a:solidFill>
                <a:srgbClr val="000000"/>
              </a:solidFill>
              <a:latin typeface="Arial"/>
              <a:ea typeface="Arial"/>
              <a:cs typeface="Arial"/>
              <a:sym typeface="Arial"/>
            </a:endParaRPr>
          </a:p>
        </p:txBody>
      </p:sp>
      <p:grpSp>
        <p:nvGrpSpPr>
          <p:cNvPr id="655" name="Google Shape;655;p5"/>
          <p:cNvGrpSpPr/>
          <p:nvPr/>
        </p:nvGrpSpPr>
        <p:grpSpPr>
          <a:xfrm>
            <a:off x="4878354" y="2287933"/>
            <a:ext cx="2171740" cy="2701503"/>
            <a:chOff x="1447244" y="647647"/>
            <a:chExt cx="1623300" cy="3140931"/>
          </a:xfrm>
        </p:grpSpPr>
        <p:sp>
          <p:nvSpPr>
            <p:cNvPr id="656" name="Google Shape;656;p5"/>
            <p:cNvSpPr/>
            <p:nvPr/>
          </p:nvSpPr>
          <p:spPr>
            <a:xfrm>
              <a:off x="1447244" y="784964"/>
              <a:ext cx="1623300" cy="1720500"/>
            </a:xfrm>
            <a:prstGeom prst="roundRect">
              <a:avLst>
                <a:gd fmla="val 16667" name="adj"/>
              </a:avLst>
            </a:prstGeom>
            <a:solidFill>
              <a:srgbClr val="EEEEEE"/>
            </a:solidFill>
            <a:ln cap="flat" cmpd="sng" w="9525">
              <a:solidFill>
                <a:srgbClr val="58585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190"/>
                <a:buFont typeface="Arial"/>
                <a:buNone/>
              </a:pPr>
              <a:r>
                <a:t/>
              </a:r>
              <a:endParaRPr b="0" i="0" sz="3190" u="none" cap="none" strike="noStrike">
                <a:solidFill>
                  <a:srgbClr val="000000"/>
                </a:solidFill>
                <a:latin typeface="Arial"/>
                <a:ea typeface="Arial"/>
                <a:cs typeface="Arial"/>
                <a:sym typeface="Arial"/>
              </a:endParaRPr>
            </a:p>
          </p:txBody>
        </p:sp>
        <p:sp>
          <p:nvSpPr>
            <p:cNvPr id="657" name="Google Shape;657;p5"/>
            <p:cNvSpPr txBox="1"/>
            <p:nvPr/>
          </p:nvSpPr>
          <p:spPr>
            <a:xfrm>
              <a:off x="1531256" y="647647"/>
              <a:ext cx="1455300" cy="3140931"/>
            </a:xfrm>
            <a:prstGeom prst="rect">
              <a:avLst/>
            </a:prstGeom>
            <a:noFill/>
            <a:ln>
              <a:noFill/>
            </a:ln>
          </p:spPr>
          <p:txBody>
            <a:bodyPr anchorCtr="0" anchor="ctr" bIns="122275" lIns="122275" spcFirstLastPara="1" rIns="122275" wrap="square" tIns="122275">
              <a:spAutoFit/>
            </a:bodyPr>
            <a:lstStyle/>
            <a:p>
              <a:pPr indent="0" lvl="0" marL="0" marR="0" rtl="0" algn="ctr">
                <a:lnSpc>
                  <a:spcPct val="100000"/>
                </a:lnSpc>
                <a:spcBef>
                  <a:spcPts val="0"/>
                </a:spcBef>
                <a:spcAft>
                  <a:spcPts val="0"/>
                </a:spcAft>
                <a:buClr>
                  <a:srgbClr val="000000"/>
                </a:buClr>
                <a:buSzPts val="3190"/>
                <a:buFont typeface="Arial"/>
                <a:buNone/>
              </a:pPr>
              <a:r>
                <a:rPr b="1" i="0" lang="en-US" sz="3190" u="none" cap="none" strike="noStrike">
                  <a:solidFill>
                    <a:srgbClr val="000000"/>
                  </a:solidFill>
                  <a:latin typeface="Arial"/>
                  <a:ea typeface="Arial"/>
                  <a:cs typeface="Arial"/>
                  <a:sym typeface="Arial"/>
                </a:rPr>
                <a:t>Money Market</a:t>
              </a:r>
              <a:endParaRPr b="1" i="0" sz="319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190"/>
                <a:buFont typeface="Arial"/>
                <a:buNone/>
              </a:pPr>
              <a:r>
                <a:rPr b="1" i="0" lang="en-US" sz="3190" u="none" cap="none" strike="noStrike">
                  <a:solidFill>
                    <a:srgbClr val="000000"/>
                  </a:solidFill>
                  <a:latin typeface="Arial"/>
                  <a:ea typeface="Arial"/>
                  <a:cs typeface="Arial"/>
                  <a:sym typeface="Arial"/>
                </a:rPr>
                <a:t>Fund</a:t>
              </a:r>
              <a:endParaRPr b="1" i="0" sz="319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190"/>
                <a:buFont typeface="Arial"/>
                <a:buNone/>
              </a:pPr>
              <a:r>
                <a:t/>
              </a:r>
              <a:endParaRPr b="0" i="0" sz="319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90"/>
                <a:buFont typeface="Arial"/>
                <a:buNone/>
              </a:pPr>
              <a:r>
                <a:t/>
              </a:r>
              <a:endParaRPr b="0" i="0" sz="3190" u="none" cap="none" strike="noStrike">
                <a:solidFill>
                  <a:srgbClr val="000000"/>
                </a:solidFill>
                <a:latin typeface="Arial"/>
                <a:ea typeface="Arial"/>
                <a:cs typeface="Arial"/>
                <a:sym typeface="Arial"/>
              </a:endParaRPr>
            </a:p>
          </p:txBody>
        </p:sp>
      </p:grpSp>
      <p:sp>
        <p:nvSpPr>
          <p:cNvPr id="658" name="Google Shape;658;p5"/>
          <p:cNvSpPr/>
          <p:nvPr/>
        </p:nvSpPr>
        <p:spPr>
          <a:xfrm>
            <a:off x="7784103" y="2106157"/>
            <a:ext cx="3895213" cy="3782710"/>
          </a:xfrm>
          <a:prstGeom prst="roundRect">
            <a:avLst>
              <a:gd fmla="val 16667" name="adj"/>
            </a:avLst>
          </a:prstGeom>
          <a:solidFill>
            <a:srgbClr val="EEEEEE"/>
          </a:solidFill>
          <a:ln cap="flat" cmpd="sng" w="9525">
            <a:solidFill>
              <a:srgbClr val="585858"/>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78"/>
              <a:buFont typeface="Arial"/>
              <a:buNone/>
            </a:pPr>
            <a:r>
              <a:t/>
            </a:r>
            <a:endParaRPr b="1" i="0" sz="3078" u="none" cap="none" strike="noStrike">
              <a:solidFill>
                <a:srgbClr val="000000"/>
              </a:solidFill>
              <a:latin typeface="Arial"/>
              <a:ea typeface="Arial"/>
              <a:cs typeface="Arial"/>
              <a:sym typeface="Arial"/>
            </a:endParaRPr>
          </a:p>
        </p:txBody>
      </p:sp>
      <p:grpSp>
        <p:nvGrpSpPr>
          <p:cNvPr id="659" name="Google Shape;659;p5"/>
          <p:cNvGrpSpPr/>
          <p:nvPr/>
        </p:nvGrpSpPr>
        <p:grpSpPr>
          <a:xfrm>
            <a:off x="2977938" y="7371702"/>
            <a:ext cx="13941613" cy="976183"/>
            <a:chOff x="0" y="0"/>
            <a:chExt cx="6341100" cy="444000"/>
          </a:xfrm>
        </p:grpSpPr>
        <p:sp>
          <p:nvSpPr>
            <p:cNvPr id="660" name="Google Shape;660;p5"/>
            <p:cNvSpPr/>
            <p:nvPr/>
          </p:nvSpPr>
          <p:spPr>
            <a:xfrm>
              <a:off x="0" y="0"/>
              <a:ext cx="6341100" cy="444000"/>
            </a:xfrm>
            <a:prstGeom prst="roundRect">
              <a:avLst>
                <a:gd fmla="val 16667" name="adj"/>
              </a:avLst>
            </a:prstGeom>
            <a:solidFill>
              <a:srgbClr val="B1CDFB"/>
            </a:solidFill>
            <a:ln cap="flat" cmpd="sng" w="9525">
              <a:solidFill>
                <a:srgbClr val="58585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78"/>
                <a:buFont typeface="Arial"/>
                <a:buNone/>
              </a:pPr>
              <a:r>
                <a:t/>
              </a:r>
              <a:endParaRPr b="0" i="0" sz="3078" u="none" cap="none" strike="noStrike">
                <a:solidFill>
                  <a:srgbClr val="000000"/>
                </a:solidFill>
                <a:latin typeface="Arial"/>
                <a:ea typeface="Arial"/>
                <a:cs typeface="Arial"/>
                <a:sym typeface="Arial"/>
              </a:endParaRPr>
            </a:p>
          </p:txBody>
        </p:sp>
        <p:sp>
          <p:nvSpPr>
            <p:cNvPr id="661" name="Google Shape;661;p5"/>
            <p:cNvSpPr txBox="1"/>
            <p:nvPr/>
          </p:nvSpPr>
          <p:spPr>
            <a:xfrm>
              <a:off x="26436" y="31973"/>
              <a:ext cx="6288300" cy="400019"/>
            </a:xfrm>
            <a:prstGeom prst="rect">
              <a:avLst/>
            </a:prstGeom>
            <a:solidFill>
              <a:srgbClr val="B1CDFB"/>
            </a:solidFill>
            <a:ln>
              <a:noFill/>
            </a:ln>
          </p:spPr>
          <p:txBody>
            <a:bodyPr anchorCtr="0" anchor="ctr" bIns="200950" lIns="200950" spcFirstLastPara="1" rIns="200950" wrap="square" tIns="200950">
              <a:spAutoFit/>
            </a:bodyPr>
            <a:lstStyle/>
            <a:p>
              <a:pPr indent="0" lvl="0" marL="0" marR="0" rtl="0" algn="ctr">
                <a:lnSpc>
                  <a:spcPct val="100000"/>
                </a:lnSpc>
                <a:spcBef>
                  <a:spcPts val="0"/>
                </a:spcBef>
                <a:spcAft>
                  <a:spcPts val="0"/>
                </a:spcAft>
                <a:buClr>
                  <a:srgbClr val="000000"/>
                </a:buClr>
                <a:buSzPts val="3078"/>
                <a:buFont typeface="Arial"/>
                <a:buNone/>
              </a:pPr>
              <a:r>
                <a:rPr b="1" i="0" lang="en-US" sz="3078" u="none" cap="none" strike="noStrike">
                  <a:solidFill>
                    <a:srgbClr val="000000"/>
                  </a:solidFill>
                  <a:latin typeface="Arial"/>
                  <a:ea typeface="Arial"/>
                  <a:cs typeface="Arial"/>
                  <a:sym typeface="Arial"/>
                </a:rPr>
                <a:t>AI Technology</a:t>
              </a:r>
              <a:endParaRPr b="1" i="0" sz="3078" u="none" cap="none" strike="noStrike">
                <a:solidFill>
                  <a:srgbClr val="000000"/>
                </a:solidFill>
                <a:latin typeface="Arial"/>
                <a:ea typeface="Arial"/>
                <a:cs typeface="Arial"/>
                <a:sym typeface="Arial"/>
              </a:endParaRPr>
            </a:p>
          </p:txBody>
        </p:sp>
      </p:grpSp>
      <p:grpSp>
        <p:nvGrpSpPr>
          <p:cNvPr id="662" name="Google Shape;662;p5"/>
          <p:cNvGrpSpPr/>
          <p:nvPr/>
        </p:nvGrpSpPr>
        <p:grpSpPr>
          <a:xfrm>
            <a:off x="12255960" y="2444902"/>
            <a:ext cx="3029728" cy="3211142"/>
            <a:chOff x="6260324" y="1673574"/>
            <a:chExt cx="1623300" cy="1720500"/>
          </a:xfrm>
        </p:grpSpPr>
        <p:sp>
          <p:nvSpPr>
            <p:cNvPr id="663" name="Google Shape;663;p5"/>
            <p:cNvSpPr/>
            <p:nvPr/>
          </p:nvSpPr>
          <p:spPr>
            <a:xfrm>
              <a:off x="6260324" y="1673574"/>
              <a:ext cx="1623300" cy="1720500"/>
            </a:xfrm>
            <a:prstGeom prst="roundRect">
              <a:avLst>
                <a:gd fmla="val 16667" name="adj"/>
              </a:avLst>
            </a:prstGeom>
            <a:solidFill>
              <a:srgbClr val="EEEEEE"/>
            </a:solidFill>
            <a:ln cap="flat" cmpd="sng" w="9525">
              <a:solidFill>
                <a:srgbClr val="58585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612"/>
                <a:buFont typeface="Arial"/>
                <a:buNone/>
              </a:pPr>
              <a:r>
                <a:t/>
              </a:r>
              <a:endParaRPr b="1" i="0" sz="2612" u="none" cap="none" strike="noStrike">
                <a:solidFill>
                  <a:srgbClr val="000000"/>
                </a:solidFill>
                <a:latin typeface="Arial"/>
                <a:ea typeface="Arial"/>
                <a:cs typeface="Arial"/>
                <a:sym typeface="Arial"/>
              </a:endParaRPr>
            </a:p>
          </p:txBody>
        </p:sp>
        <p:sp>
          <p:nvSpPr>
            <p:cNvPr id="664" name="Google Shape;664;p5"/>
            <p:cNvSpPr txBox="1"/>
            <p:nvPr/>
          </p:nvSpPr>
          <p:spPr>
            <a:xfrm>
              <a:off x="6344329" y="2008962"/>
              <a:ext cx="1455300" cy="1261467"/>
            </a:xfrm>
            <a:prstGeom prst="rect">
              <a:avLst/>
            </a:prstGeom>
            <a:noFill/>
            <a:ln>
              <a:noFill/>
            </a:ln>
          </p:spPr>
          <p:txBody>
            <a:bodyPr anchorCtr="0" anchor="ctr" bIns="170600" lIns="170600" spcFirstLastPara="1" rIns="170600" wrap="square" tIns="170600">
              <a:spAutoFit/>
            </a:bodyPr>
            <a:lstStyle/>
            <a:p>
              <a:pPr indent="0" lvl="0" marL="0" marR="0" rtl="0" algn="ctr">
                <a:lnSpc>
                  <a:spcPct val="100000"/>
                </a:lnSpc>
                <a:spcBef>
                  <a:spcPts val="0"/>
                </a:spcBef>
                <a:spcAft>
                  <a:spcPts val="0"/>
                </a:spcAft>
                <a:buClr>
                  <a:srgbClr val="000000"/>
                </a:buClr>
                <a:buSzPts val="2612"/>
                <a:buFont typeface="Arial"/>
                <a:buNone/>
              </a:pPr>
              <a:r>
                <a:rPr b="1" i="0" lang="en-US" sz="2612" u="none" cap="none" strike="noStrike">
                  <a:solidFill>
                    <a:srgbClr val="000000"/>
                  </a:solidFill>
                  <a:latin typeface="Arial"/>
                  <a:ea typeface="Arial"/>
                  <a:cs typeface="Arial"/>
                  <a:sym typeface="Arial"/>
                </a:rPr>
                <a:t>Aegis</a:t>
              </a:r>
              <a:endParaRPr b="1" i="0" sz="2612"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612"/>
                <a:buFont typeface="Arial"/>
                <a:buNone/>
              </a:pPr>
              <a:r>
                <a:rPr b="1" i="0" lang="en-US" sz="2612" u="none" cap="none" strike="noStrike">
                  <a:solidFill>
                    <a:srgbClr val="000000"/>
                  </a:solidFill>
                  <a:latin typeface="Arial"/>
                  <a:ea typeface="Arial"/>
                  <a:cs typeface="Arial"/>
                  <a:sym typeface="Arial"/>
                </a:rPr>
                <a:t>Trust</a:t>
              </a:r>
              <a:endParaRPr b="1" i="0" sz="2612"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612"/>
                <a:buFont typeface="Arial"/>
                <a:buNone/>
              </a:pPr>
              <a:r>
                <a:rPr b="0" i="0" lang="en-US" sz="2612" u="none" cap="none" strike="noStrike">
                  <a:solidFill>
                    <a:srgbClr val="000000"/>
                  </a:solidFill>
                  <a:latin typeface="Arial"/>
                  <a:ea typeface="Arial"/>
                  <a:cs typeface="Arial"/>
                  <a:sym typeface="Arial"/>
                </a:rPr>
                <a:t>Mint, Custody,</a:t>
              </a:r>
              <a:endParaRPr b="0" i="0" sz="2612"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612"/>
                <a:buFont typeface="Arial"/>
                <a:buNone/>
              </a:pPr>
              <a:r>
                <a:rPr b="0" i="0" lang="en-US" sz="2612" u="none" cap="none" strike="noStrike">
                  <a:solidFill>
                    <a:srgbClr val="000000"/>
                  </a:solidFill>
                  <a:latin typeface="Arial"/>
                  <a:ea typeface="Arial"/>
                  <a:cs typeface="Arial"/>
                  <a:sym typeface="Arial"/>
                </a:rPr>
                <a:t>Convert Tokens</a:t>
              </a:r>
              <a:endParaRPr b="0" i="0" sz="2612"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612"/>
                <a:buFont typeface="Arial"/>
                <a:buNone/>
              </a:pPr>
              <a:r>
                <a:t/>
              </a:r>
              <a:endParaRPr b="0" i="0" sz="2612" u="none" cap="none" strike="noStrike">
                <a:solidFill>
                  <a:srgbClr val="000000"/>
                </a:solidFill>
                <a:latin typeface="Arial"/>
                <a:ea typeface="Arial"/>
                <a:cs typeface="Arial"/>
                <a:sym typeface="Arial"/>
              </a:endParaRPr>
            </a:p>
          </p:txBody>
        </p:sp>
      </p:grpSp>
      <p:grpSp>
        <p:nvGrpSpPr>
          <p:cNvPr id="665" name="Google Shape;665;p5"/>
          <p:cNvGrpSpPr/>
          <p:nvPr/>
        </p:nvGrpSpPr>
        <p:grpSpPr>
          <a:xfrm>
            <a:off x="2977941" y="6283284"/>
            <a:ext cx="13941613" cy="976183"/>
            <a:chOff x="0" y="0"/>
            <a:chExt cx="6341100" cy="444000"/>
          </a:xfrm>
        </p:grpSpPr>
        <p:sp>
          <p:nvSpPr>
            <p:cNvPr id="666" name="Google Shape;666;p5"/>
            <p:cNvSpPr/>
            <p:nvPr/>
          </p:nvSpPr>
          <p:spPr>
            <a:xfrm>
              <a:off x="0" y="0"/>
              <a:ext cx="6341100" cy="444000"/>
            </a:xfrm>
            <a:prstGeom prst="roundRect">
              <a:avLst>
                <a:gd fmla="val 16667" name="adj"/>
              </a:avLst>
            </a:prstGeom>
            <a:solidFill>
              <a:srgbClr val="D8E6FC"/>
            </a:solidFill>
            <a:ln cap="flat" cmpd="sng" w="9525">
              <a:solidFill>
                <a:srgbClr val="58585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78"/>
                <a:buFont typeface="Arial"/>
                <a:buNone/>
              </a:pPr>
              <a:r>
                <a:t/>
              </a:r>
              <a:endParaRPr b="0" i="0" sz="3078" u="none" cap="none" strike="noStrike">
                <a:solidFill>
                  <a:srgbClr val="000000"/>
                </a:solidFill>
                <a:latin typeface="Arial"/>
                <a:ea typeface="Arial"/>
                <a:cs typeface="Arial"/>
                <a:sym typeface="Arial"/>
              </a:endParaRPr>
            </a:p>
          </p:txBody>
        </p:sp>
        <p:sp>
          <p:nvSpPr>
            <p:cNvPr id="667" name="Google Shape;667;p5"/>
            <p:cNvSpPr txBox="1"/>
            <p:nvPr/>
          </p:nvSpPr>
          <p:spPr>
            <a:xfrm>
              <a:off x="26436" y="31973"/>
              <a:ext cx="6288300" cy="400019"/>
            </a:xfrm>
            <a:prstGeom prst="rect">
              <a:avLst/>
            </a:prstGeom>
            <a:solidFill>
              <a:srgbClr val="D8E6FC"/>
            </a:solidFill>
            <a:ln>
              <a:noFill/>
            </a:ln>
          </p:spPr>
          <p:txBody>
            <a:bodyPr anchorCtr="0" anchor="ctr" bIns="200950" lIns="200950" spcFirstLastPara="1" rIns="200950" wrap="square" tIns="200950">
              <a:spAutoFit/>
            </a:bodyPr>
            <a:lstStyle/>
            <a:p>
              <a:pPr indent="0" lvl="0" marL="0" marR="0" rtl="0" algn="ctr">
                <a:lnSpc>
                  <a:spcPct val="100000"/>
                </a:lnSpc>
                <a:spcBef>
                  <a:spcPts val="0"/>
                </a:spcBef>
                <a:spcAft>
                  <a:spcPts val="0"/>
                </a:spcAft>
                <a:buClr>
                  <a:srgbClr val="000000"/>
                </a:buClr>
                <a:buSzPts val="3078"/>
                <a:buFont typeface="Arial"/>
                <a:buNone/>
              </a:pPr>
              <a:r>
                <a:rPr b="1" i="0" lang="en-US" sz="3078" u="none" cap="none" strike="noStrike">
                  <a:solidFill>
                    <a:srgbClr val="000000"/>
                  </a:solidFill>
                  <a:latin typeface="Arial"/>
                  <a:ea typeface="Arial"/>
                  <a:cs typeface="Arial"/>
                  <a:sym typeface="Arial"/>
                </a:rPr>
                <a:t>Blockchain</a:t>
              </a:r>
              <a:endParaRPr b="1" i="0" sz="3078" u="none" cap="none" strike="noStrike">
                <a:solidFill>
                  <a:srgbClr val="000000"/>
                </a:solidFill>
                <a:latin typeface="Arial"/>
                <a:ea typeface="Arial"/>
                <a:cs typeface="Arial"/>
                <a:sym typeface="Arial"/>
              </a:endParaRPr>
            </a:p>
          </p:txBody>
        </p:sp>
      </p:grpSp>
      <p:grpSp>
        <p:nvGrpSpPr>
          <p:cNvPr id="668" name="Google Shape;668;p5"/>
          <p:cNvGrpSpPr/>
          <p:nvPr/>
        </p:nvGrpSpPr>
        <p:grpSpPr>
          <a:xfrm>
            <a:off x="2982501" y="8570714"/>
            <a:ext cx="13941613" cy="976183"/>
            <a:chOff x="0" y="0"/>
            <a:chExt cx="6341100" cy="444000"/>
          </a:xfrm>
        </p:grpSpPr>
        <p:sp>
          <p:nvSpPr>
            <p:cNvPr id="669" name="Google Shape;669;p5"/>
            <p:cNvSpPr/>
            <p:nvPr/>
          </p:nvSpPr>
          <p:spPr>
            <a:xfrm>
              <a:off x="0" y="0"/>
              <a:ext cx="6341100" cy="444000"/>
            </a:xfrm>
            <a:prstGeom prst="roundRect">
              <a:avLst>
                <a:gd fmla="val 16667" name="adj"/>
              </a:avLst>
            </a:prstGeom>
            <a:solidFill>
              <a:srgbClr val="8CB5F8"/>
            </a:solidFill>
            <a:ln cap="flat" cmpd="sng" w="9525">
              <a:solidFill>
                <a:srgbClr val="58585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078"/>
                <a:buFont typeface="Arial"/>
                <a:buNone/>
              </a:pPr>
              <a:r>
                <a:t/>
              </a:r>
              <a:endParaRPr b="0" i="0" sz="3078" u="none" cap="none" strike="noStrike">
                <a:solidFill>
                  <a:srgbClr val="000000"/>
                </a:solidFill>
                <a:latin typeface="Arial"/>
                <a:ea typeface="Arial"/>
                <a:cs typeface="Arial"/>
                <a:sym typeface="Arial"/>
              </a:endParaRPr>
            </a:p>
          </p:txBody>
        </p:sp>
        <p:sp>
          <p:nvSpPr>
            <p:cNvPr id="670" name="Google Shape;670;p5"/>
            <p:cNvSpPr txBox="1"/>
            <p:nvPr/>
          </p:nvSpPr>
          <p:spPr>
            <a:xfrm>
              <a:off x="26436" y="31973"/>
              <a:ext cx="6288300" cy="400019"/>
            </a:xfrm>
            <a:prstGeom prst="rect">
              <a:avLst/>
            </a:prstGeom>
            <a:solidFill>
              <a:srgbClr val="8CB5F8"/>
            </a:solidFill>
            <a:ln>
              <a:noFill/>
            </a:ln>
          </p:spPr>
          <p:txBody>
            <a:bodyPr anchorCtr="0" anchor="ctr" bIns="200950" lIns="200950" spcFirstLastPara="1" rIns="200950" wrap="square" tIns="200950">
              <a:spAutoFit/>
            </a:bodyPr>
            <a:lstStyle/>
            <a:p>
              <a:pPr indent="0" lvl="0" marL="0" marR="0" rtl="0" algn="ctr">
                <a:lnSpc>
                  <a:spcPct val="100000"/>
                </a:lnSpc>
                <a:spcBef>
                  <a:spcPts val="0"/>
                </a:spcBef>
                <a:spcAft>
                  <a:spcPts val="0"/>
                </a:spcAft>
                <a:buClr>
                  <a:srgbClr val="000000"/>
                </a:buClr>
                <a:buSzPts val="3078"/>
                <a:buFont typeface="Arial"/>
                <a:buNone/>
              </a:pPr>
              <a:r>
                <a:rPr b="1" i="0" lang="en-US" sz="3078" u="none" cap="none" strike="noStrike">
                  <a:solidFill>
                    <a:srgbClr val="000000"/>
                  </a:solidFill>
                  <a:latin typeface="Arial"/>
                  <a:ea typeface="Arial"/>
                  <a:cs typeface="Arial"/>
                  <a:sym typeface="Arial"/>
                </a:rPr>
                <a:t>Distribution Partners </a:t>
              </a:r>
              <a:endParaRPr b="0" i="0" sz="3078" u="none" cap="none" strike="noStrike">
                <a:solidFill>
                  <a:srgbClr val="000000"/>
                </a:solidFill>
                <a:latin typeface="Arial"/>
                <a:ea typeface="Arial"/>
                <a:cs typeface="Arial"/>
                <a:sym typeface="Arial"/>
              </a:endParaRPr>
            </a:p>
          </p:txBody>
        </p:sp>
      </p:grpSp>
      <p:grpSp>
        <p:nvGrpSpPr>
          <p:cNvPr id="671" name="Google Shape;671;p5"/>
          <p:cNvGrpSpPr/>
          <p:nvPr/>
        </p:nvGrpSpPr>
        <p:grpSpPr>
          <a:xfrm>
            <a:off x="4878354" y="4161751"/>
            <a:ext cx="2171740" cy="2210599"/>
            <a:chOff x="1447244" y="717844"/>
            <a:chExt cx="1623300" cy="2570175"/>
          </a:xfrm>
        </p:grpSpPr>
        <p:sp>
          <p:nvSpPr>
            <p:cNvPr id="672" name="Google Shape;672;p5"/>
            <p:cNvSpPr/>
            <p:nvPr/>
          </p:nvSpPr>
          <p:spPr>
            <a:xfrm>
              <a:off x="1447244" y="784964"/>
              <a:ext cx="1623300" cy="1720500"/>
            </a:xfrm>
            <a:prstGeom prst="roundRect">
              <a:avLst>
                <a:gd fmla="val 16667" name="adj"/>
              </a:avLst>
            </a:prstGeom>
            <a:solidFill>
              <a:srgbClr val="EEEEEE"/>
            </a:solidFill>
            <a:ln cap="flat" cmpd="sng" w="9525">
              <a:solidFill>
                <a:srgbClr val="58585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190"/>
                <a:buFont typeface="Arial"/>
                <a:buNone/>
              </a:pPr>
              <a:r>
                <a:t/>
              </a:r>
              <a:endParaRPr b="0" i="0" sz="3190" u="none" cap="none" strike="noStrike">
                <a:solidFill>
                  <a:srgbClr val="000000"/>
                </a:solidFill>
                <a:latin typeface="Arial"/>
                <a:ea typeface="Arial"/>
                <a:cs typeface="Arial"/>
                <a:sym typeface="Arial"/>
              </a:endParaRPr>
            </a:p>
          </p:txBody>
        </p:sp>
        <p:sp>
          <p:nvSpPr>
            <p:cNvPr id="673" name="Google Shape;673;p5"/>
            <p:cNvSpPr txBox="1"/>
            <p:nvPr/>
          </p:nvSpPr>
          <p:spPr>
            <a:xfrm>
              <a:off x="1489206" y="717844"/>
              <a:ext cx="1455300" cy="2570175"/>
            </a:xfrm>
            <a:prstGeom prst="rect">
              <a:avLst/>
            </a:prstGeom>
            <a:noFill/>
            <a:ln>
              <a:noFill/>
            </a:ln>
          </p:spPr>
          <p:txBody>
            <a:bodyPr anchorCtr="0" anchor="ctr" bIns="122275" lIns="122275" spcFirstLastPara="1" rIns="122275" wrap="square" tIns="122275">
              <a:spAutoFit/>
            </a:bodyPr>
            <a:lstStyle/>
            <a:p>
              <a:pPr indent="0" lvl="0" marL="0" marR="0" rtl="0" algn="ctr">
                <a:lnSpc>
                  <a:spcPct val="100000"/>
                </a:lnSpc>
                <a:spcBef>
                  <a:spcPts val="0"/>
                </a:spcBef>
                <a:spcAft>
                  <a:spcPts val="0"/>
                </a:spcAft>
                <a:buClr>
                  <a:srgbClr val="000000"/>
                </a:buClr>
                <a:buSzPts val="3190"/>
                <a:buFont typeface="Arial"/>
                <a:buNone/>
              </a:pPr>
              <a:r>
                <a:t/>
              </a:r>
              <a:endParaRPr b="1" i="0" sz="319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190"/>
                <a:buFont typeface="Arial"/>
                <a:buNone/>
              </a:pPr>
              <a:r>
                <a:rPr b="1" i="0" lang="en-US" sz="3190" u="none" cap="none" strike="noStrike">
                  <a:solidFill>
                    <a:srgbClr val="000000"/>
                  </a:solidFill>
                  <a:latin typeface="Arial"/>
                  <a:ea typeface="Arial"/>
                  <a:cs typeface="Arial"/>
                  <a:sym typeface="Arial"/>
                </a:rPr>
                <a:t>Tokens</a:t>
              </a:r>
              <a:endParaRPr b="1" i="0" sz="319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190"/>
                <a:buFont typeface="Arial"/>
                <a:buNone/>
              </a:pPr>
              <a:r>
                <a:t/>
              </a:r>
              <a:endParaRPr b="0" i="0" sz="319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90"/>
                <a:buFont typeface="Arial"/>
                <a:buNone/>
              </a:pPr>
              <a:r>
                <a:t/>
              </a:r>
              <a:endParaRPr b="0" i="0" sz="3190" u="none" cap="none" strike="noStrike">
                <a:solidFill>
                  <a:srgbClr val="000000"/>
                </a:solidFill>
                <a:latin typeface="Arial"/>
                <a:ea typeface="Arial"/>
                <a:cs typeface="Arial"/>
                <a:sym typeface="Arial"/>
              </a:endParaRPr>
            </a:p>
          </p:txBody>
        </p:sp>
      </p:grpSp>
      <p:sp>
        <p:nvSpPr>
          <p:cNvPr id="674" name="Google Shape;674;p5"/>
          <p:cNvSpPr/>
          <p:nvPr/>
        </p:nvSpPr>
        <p:spPr>
          <a:xfrm rot="10800000">
            <a:off x="11379333" y="3712194"/>
            <a:ext cx="1146356" cy="449176"/>
          </a:xfrm>
          <a:prstGeom prst="rightArrow">
            <a:avLst>
              <a:gd fmla="val 50000" name="adj1"/>
              <a:gd fmla="val 50000" name="adj2"/>
            </a:avLst>
          </a:prstGeom>
          <a:solidFill>
            <a:srgbClr val="76D6FF"/>
          </a:solidFill>
          <a:ln cap="flat" cmpd="sng" w="9525">
            <a:solidFill>
              <a:schemeClr val="dk2"/>
            </a:solidFill>
            <a:prstDash val="solid"/>
            <a:round/>
            <a:headEnd len="sm" w="sm" type="none"/>
            <a:tailEnd len="sm" w="sm" type="none"/>
          </a:ln>
        </p:spPr>
        <p:txBody>
          <a:bodyPr anchorCtr="0" anchor="ctr" bIns="201000" lIns="201000" spcFirstLastPara="1" rIns="201000" wrap="square" tIns="201000">
            <a:noAutofit/>
          </a:bodyPr>
          <a:lstStyle/>
          <a:p>
            <a:pPr indent="0" lvl="0" marL="0" marR="0" rtl="0" algn="ctr">
              <a:lnSpc>
                <a:spcPct val="100000"/>
              </a:lnSpc>
              <a:spcBef>
                <a:spcPts val="0"/>
              </a:spcBef>
              <a:spcAft>
                <a:spcPts val="0"/>
              </a:spcAft>
              <a:buClr>
                <a:srgbClr val="000000"/>
              </a:buClr>
              <a:buSzPts val="3078"/>
              <a:buFont typeface="Arial"/>
              <a:buNone/>
            </a:pPr>
            <a:r>
              <a:t/>
            </a:r>
            <a:endParaRPr b="0" i="0" sz="3078" u="none" cap="none" strike="noStrike">
              <a:solidFill>
                <a:srgbClr val="FFFFFF"/>
              </a:solidFill>
              <a:latin typeface="Arial"/>
              <a:ea typeface="Arial"/>
              <a:cs typeface="Arial"/>
              <a:sym typeface="Arial"/>
            </a:endParaRPr>
          </a:p>
        </p:txBody>
      </p:sp>
      <p:sp>
        <p:nvSpPr>
          <p:cNvPr id="675" name="Google Shape;675;p5"/>
          <p:cNvSpPr/>
          <p:nvPr/>
        </p:nvSpPr>
        <p:spPr>
          <a:xfrm rot="5400000">
            <a:off x="9590916" y="5958470"/>
            <a:ext cx="526348" cy="480836"/>
          </a:xfrm>
          <a:prstGeom prst="rightArrow">
            <a:avLst>
              <a:gd fmla="val 46060" name="adj1"/>
              <a:gd fmla="val 50000" name="adj2"/>
            </a:avLst>
          </a:prstGeom>
          <a:solidFill>
            <a:srgbClr val="76D6FF"/>
          </a:solidFill>
          <a:ln cap="flat" cmpd="sng" w="9525">
            <a:solidFill>
              <a:schemeClr val="dk2"/>
            </a:solidFill>
            <a:prstDash val="solid"/>
            <a:round/>
            <a:headEnd len="sm" w="sm" type="none"/>
            <a:tailEnd len="sm" w="sm" type="none"/>
          </a:ln>
        </p:spPr>
        <p:txBody>
          <a:bodyPr anchorCtr="0" anchor="ctr" bIns="201000" lIns="201000" spcFirstLastPara="1" rIns="201000" wrap="square" tIns="201000">
            <a:noAutofit/>
          </a:bodyPr>
          <a:lstStyle/>
          <a:p>
            <a:pPr indent="0" lvl="0" marL="0" marR="0" rtl="0" algn="ctr">
              <a:lnSpc>
                <a:spcPct val="100000"/>
              </a:lnSpc>
              <a:spcBef>
                <a:spcPts val="0"/>
              </a:spcBef>
              <a:spcAft>
                <a:spcPts val="0"/>
              </a:spcAft>
              <a:buClr>
                <a:srgbClr val="000000"/>
              </a:buClr>
              <a:buSzPts val="3078"/>
              <a:buFont typeface="Arial"/>
              <a:buNone/>
            </a:pPr>
            <a:r>
              <a:t/>
            </a:r>
            <a:endParaRPr b="0" i="0" sz="3078" u="none" cap="none" strike="noStrike">
              <a:solidFill>
                <a:srgbClr val="FFFFFF"/>
              </a:solidFill>
              <a:latin typeface="Arial"/>
              <a:ea typeface="Arial"/>
              <a:cs typeface="Arial"/>
              <a:sym typeface="Arial"/>
            </a:endParaRPr>
          </a:p>
        </p:txBody>
      </p:sp>
      <p:sp>
        <p:nvSpPr>
          <p:cNvPr id="676" name="Google Shape;676;p5"/>
          <p:cNvSpPr/>
          <p:nvPr/>
        </p:nvSpPr>
        <p:spPr>
          <a:xfrm rot="5400000">
            <a:off x="9633717" y="7125381"/>
            <a:ext cx="526348" cy="480836"/>
          </a:xfrm>
          <a:prstGeom prst="rightArrow">
            <a:avLst>
              <a:gd fmla="val 46060" name="adj1"/>
              <a:gd fmla="val 50000" name="adj2"/>
            </a:avLst>
          </a:prstGeom>
          <a:solidFill>
            <a:srgbClr val="76D6FF"/>
          </a:solidFill>
          <a:ln cap="flat" cmpd="sng" w="9525">
            <a:solidFill>
              <a:schemeClr val="dk2"/>
            </a:solidFill>
            <a:prstDash val="solid"/>
            <a:round/>
            <a:headEnd len="sm" w="sm" type="none"/>
            <a:tailEnd len="sm" w="sm" type="none"/>
          </a:ln>
        </p:spPr>
        <p:txBody>
          <a:bodyPr anchorCtr="0" anchor="ctr" bIns="201000" lIns="201000" spcFirstLastPara="1" rIns="201000" wrap="square" tIns="201000">
            <a:noAutofit/>
          </a:bodyPr>
          <a:lstStyle/>
          <a:p>
            <a:pPr indent="0" lvl="0" marL="0" marR="0" rtl="0" algn="ctr">
              <a:lnSpc>
                <a:spcPct val="100000"/>
              </a:lnSpc>
              <a:spcBef>
                <a:spcPts val="0"/>
              </a:spcBef>
              <a:spcAft>
                <a:spcPts val="0"/>
              </a:spcAft>
              <a:buClr>
                <a:srgbClr val="000000"/>
              </a:buClr>
              <a:buSzPts val="3078"/>
              <a:buFont typeface="Arial"/>
              <a:buNone/>
            </a:pPr>
            <a:r>
              <a:t/>
            </a:r>
            <a:endParaRPr b="0" i="0" sz="3078" u="none" cap="none" strike="noStrike">
              <a:solidFill>
                <a:srgbClr val="FFFFFF"/>
              </a:solidFill>
              <a:latin typeface="Arial"/>
              <a:ea typeface="Arial"/>
              <a:cs typeface="Arial"/>
              <a:sym typeface="Arial"/>
            </a:endParaRPr>
          </a:p>
        </p:txBody>
      </p:sp>
      <p:sp>
        <p:nvSpPr>
          <p:cNvPr id="677" name="Google Shape;677;p5"/>
          <p:cNvSpPr/>
          <p:nvPr/>
        </p:nvSpPr>
        <p:spPr>
          <a:xfrm rot="5400000">
            <a:off x="9676515" y="8224845"/>
            <a:ext cx="526348" cy="480836"/>
          </a:xfrm>
          <a:prstGeom prst="rightArrow">
            <a:avLst>
              <a:gd fmla="val 46060" name="adj1"/>
              <a:gd fmla="val 50000" name="adj2"/>
            </a:avLst>
          </a:prstGeom>
          <a:solidFill>
            <a:srgbClr val="76D6FF"/>
          </a:solidFill>
          <a:ln cap="flat" cmpd="sng" w="9525">
            <a:solidFill>
              <a:schemeClr val="dk2"/>
            </a:solidFill>
            <a:prstDash val="solid"/>
            <a:round/>
            <a:headEnd len="sm" w="sm" type="none"/>
            <a:tailEnd len="sm" w="sm" type="none"/>
          </a:ln>
        </p:spPr>
        <p:txBody>
          <a:bodyPr anchorCtr="0" anchor="ctr" bIns="201000" lIns="201000" spcFirstLastPara="1" rIns="201000" wrap="square" tIns="201000">
            <a:noAutofit/>
          </a:bodyPr>
          <a:lstStyle/>
          <a:p>
            <a:pPr indent="0" lvl="0" marL="0" marR="0" rtl="0" algn="ctr">
              <a:lnSpc>
                <a:spcPct val="100000"/>
              </a:lnSpc>
              <a:spcBef>
                <a:spcPts val="0"/>
              </a:spcBef>
              <a:spcAft>
                <a:spcPts val="0"/>
              </a:spcAft>
              <a:buClr>
                <a:srgbClr val="000000"/>
              </a:buClr>
              <a:buSzPts val="3078"/>
              <a:buFont typeface="Arial"/>
              <a:buNone/>
            </a:pPr>
            <a:r>
              <a:t/>
            </a:r>
            <a:endParaRPr b="0" i="0" sz="3078" u="none" cap="none" strike="noStrike">
              <a:solidFill>
                <a:srgbClr val="FFFFFF"/>
              </a:solidFill>
              <a:latin typeface="Arial"/>
              <a:ea typeface="Arial"/>
              <a:cs typeface="Arial"/>
              <a:sym typeface="Arial"/>
            </a:endParaRPr>
          </a:p>
        </p:txBody>
      </p:sp>
      <p:sp>
        <p:nvSpPr>
          <p:cNvPr id="678" name="Google Shape;678;p5"/>
          <p:cNvSpPr/>
          <p:nvPr/>
        </p:nvSpPr>
        <p:spPr>
          <a:xfrm>
            <a:off x="6924991" y="3119956"/>
            <a:ext cx="1146356" cy="449176"/>
          </a:xfrm>
          <a:prstGeom prst="rightArrow">
            <a:avLst>
              <a:gd fmla="val 50000" name="adj1"/>
              <a:gd fmla="val 50000" name="adj2"/>
            </a:avLst>
          </a:prstGeom>
          <a:solidFill>
            <a:srgbClr val="76D6FF"/>
          </a:solidFill>
          <a:ln cap="flat" cmpd="sng" w="9525">
            <a:solidFill>
              <a:schemeClr val="dk2"/>
            </a:solidFill>
            <a:prstDash val="solid"/>
            <a:round/>
            <a:headEnd len="sm" w="sm" type="none"/>
            <a:tailEnd len="sm" w="sm" type="none"/>
          </a:ln>
        </p:spPr>
        <p:txBody>
          <a:bodyPr anchorCtr="0" anchor="ctr" bIns="201000" lIns="201000" spcFirstLastPara="1" rIns="201000" wrap="square" tIns="201000">
            <a:noAutofit/>
          </a:bodyPr>
          <a:lstStyle/>
          <a:p>
            <a:pPr indent="0" lvl="0" marL="0" marR="0" rtl="0" algn="ctr">
              <a:lnSpc>
                <a:spcPct val="100000"/>
              </a:lnSpc>
              <a:spcBef>
                <a:spcPts val="0"/>
              </a:spcBef>
              <a:spcAft>
                <a:spcPts val="0"/>
              </a:spcAft>
              <a:buClr>
                <a:srgbClr val="000000"/>
              </a:buClr>
              <a:buSzPts val="3078"/>
              <a:buFont typeface="Arial"/>
              <a:buNone/>
            </a:pPr>
            <a:r>
              <a:t/>
            </a:r>
            <a:endParaRPr b="0" i="0" sz="3078" u="none" cap="none" strike="noStrike">
              <a:solidFill>
                <a:srgbClr val="FFFFFF"/>
              </a:solidFill>
              <a:latin typeface="Arial"/>
              <a:ea typeface="Arial"/>
              <a:cs typeface="Arial"/>
              <a:sym typeface="Arial"/>
            </a:endParaRPr>
          </a:p>
        </p:txBody>
      </p:sp>
      <p:sp>
        <p:nvSpPr>
          <p:cNvPr id="679" name="Google Shape;679;p5"/>
          <p:cNvSpPr/>
          <p:nvPr/>
        </p:nvSpPr>
        <p:spPr>
          <a:xfrm>
            <a:off x="6902508" y="4701610"/>
            <a:ext cx="1146356" cy="449176"/>
          </a:xfrm>
          <a:prstGeom prst="rightArrow">
            <a:avLst>
              <a:gd fmla="val 50000" name="adj1"/>
              <a:gd fmla="val 50000" name="adj2"/>
            </a:avLst>
          </a:prstGeom>
          <a:solidFill>
            <a:srgbClr val="76D6FF"/>
          </a:solidFill>
          <a:ln cap="flat" cmpd="sng" w="9525">
            <a:solidFill>
              <a:schemeClr val="dk2"/>
            </a:solidFill>
            <a:prstDash val="solid"/>
            <a:round/>
            <a:headEnd len="sm" w="sm" type="none"/>
            <a:tailEnd len="sm" w="sm" type="none"/>
          </a:ln>
        </p:spPr>
        <p:txBody>
          <a:bodyPr anchorCtr="0" anchor="ctr" bIns="201000" lIns="201000" spcFirstLastPara="1" rIns="201000" wrap="square" tIns="201000">
            <a:noAutofit/>
          </a:bodyPr>
          <a:lstStyle/>
          <a:p>
            <a:pPr indent="0" lvl="0" marL="0" marR="0" rtl="0" algn="ctr">
              <a:lnSpc>
                <a:spcPct val="100000"/>
              </a:lnSpc>
              <a:spcBef>
                <a:spcPts val="0"/>
              </a:spcBef>
              <a:spcAft>
                <a:spcPts val="0"/>
              </a:spcAft>
              <a:buClr>
                <a:srgbClr val="000000"/>
              </a:buClr>
              <a:buSzPts val="3078"/>
              <a:buFont typeface="Arial"/>
              <a:buNone/>
            </a:pPr>
            <a:r>
              <a:t/>
            </a:r>
            <a:endParaRPr b="0" i="0" sz="3078" u="none" cap="none" strike="noStrike">
              <a:solidFill>
                <a:srgbClr val="FFFFFF"/>
              </a:solidFill>
              <a:latin typeface="Arial"/>
              <a:ea typeface="Arial"/>
              <a:cs typeface="Arial"/>
              <a:sym typeface="Arial"/>
            </a:endParaRPr>
          </a:p>
        </p:txBody>
      </p:sp>
      <p:pic>
        <p:nvPicPr>
          <p:cNvPr descr="A black screen with a person in the middle&#10;&#10;AI-generated content may be incorrect." id="680" name="Google Shape;680;p5"/>
          <p:cNvPicPr preferRelativeResize="0"/>
          <p:nvPr/>
        </p:nvPicPr>
        <p:blipFill rotWithShape="1">
          <a:blip r:embed="rId3">
            <a:alphaModFix/>
          </a:blip>
          <a:srcRect b="37549" l="38042" r="35530" t="24106"/>
          <a:stretch/>
        </p:blipFill>
        <p:spPr>
          <a:xfrm>
            <a:off x="7952724" y="2211581"/>
            <a:ext cx="3641192" cy="2971642"/>
          </a:xfrm>
          <a:prstGeom prst="rect">
            <a:avLst/>
          </a:prstGeom>
          <a:noFill/>
          <a:ln>
            <a:noFill/>
          </a:ln>
        </p:spPr>
      </p:pic>
      <p:pic>
        <p:nvPicPr>
          <p:cNvPr descr="A black background with a black square&#10;&#10;AI-generated content may be incorrect." id="681" name="Google Shape;681;p5"/>
          <p:cNvPicPr preferRelativeResize="0"/>
          <p:nvPr/>
        </p:nvPicPr>
        <p:blipFill rotWithShape="1">
          <a:blip r:embed="rId4">
            <a:alphaModFix amt="5000"/>
          </a:blip>
          <a:srcRect b="42893" l="34644" r="55222" t="40186"/>
          <a:stretch/>
        </p:blipFill>
        <p:spPr>
          <a:xfrm>
            <a:off x="17871193" y="9693275"/>
            <a:ext cx="1709667" cy="1605782"/>
          </a:xfrm>
          <a:prstGeom prst="rect">
            <a:avLst/>
          </a:prstGeom>
          <a:noFill/>
          <a:ln>
            <a:noFill/>
          </a:ln>
        </p:spPr>
      </p:pic>
      <p:sp>
        <p:nvSpPr>
          <p:cNvPr id="682" name="Google Shape;682;p5"/>
          <p:cNvSpPr/>
          <p:nvPr/>
        </p:nvSpPr>
        <p:spPr>
          <a:xfrm>
            <a:off x="2977937" y="9711770"/>
            <a:ext cx="13941613" cy="1016168"/>
          </a:xfrm>
          <a:prstGeom prst="roundRect">
            <a:avLst>
              <a:gd fmla="val 16667" name="adj"/>
            </a:avLst>
          </a:prstGeom>
          <a:solidFill>
            <a:schemeClr val="accent1"/>
          </a:solidFill>
          <a:ln cap="flat" cmpd="sng" w="25400">
            <a:solidFill>
              <a:srgbClr val="1B38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chemeClr val="lt1"/>
                </a:solidFill>
                <a:latin typeface="Arial"/>
                <a:ea typeface="Arial"/>
                <a:cs typeface="Arial"/>
                <a:sym typeface="Arial"/>
              </a:rPr>
              <a:t>Beneficiaries</a:t>
            </a:r>
            <a:endParaRPr b="0" i="0" sz="3000" u="none" cap="none" strike="noStrike">
              <a:solidFill>
                <a:schemeClr val="lt1"/>
              </a:solidFill>
              <a:latin typeface="Arial"/>
              <a:ea typeface="Arial"/>
              <a:cs typeface="Arial"/>
              <a:sym typeface="Arial"/>
            </a:endParaRPr>
          </a:p>
        </p:txBody>
      </p:sp>
      <p:sp>
        <p:nvSpPr>
          <p:cNvPr id="683" name="Google Shape;683;p5"/>
          <p:cNvSpPr/>
          <p:nvPr/>
        </p:nvSpPr>
        <p:spPr>
          <a:xfrm rot="5400000">
            <a:off x="9719315" y="9571613"/>
            <a:ext cx="526348" cy="480836"/>
          </a:xfrm>
          <a:prstGeom prst="rightArrow">
            <a:avLst>
              <a:gd fmla="val 4606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201000" lIns="201000" spcFirstLastPara="1" rIns="201000" wrap="square" tIns="201000">
            <a:noAutofit/>
          </a:bodyPr>
          <a:lstStyle/>
          <a:p>
            <a:pPr indent="0" lvl="0" marL="0" marR="0" rtl="0" algn="ctr">
              <a:lnSpc>
                <a:spcPct val="100000"/>
              </a:lnSpc>
              <a:spcBef>
                <a:spcPts val="0"/>
              </a:spcBef>
              <a:spcAft>
                <a:spcPts val="0"/>
              </a:spcAft>
              <a:buClr>
                <a:srgbClr val="000000"/>
              </a:buClr>
              <a:buSzPts val="3078"/>
              <a:buFont typeface="Arial"/>
              <a:buNone/>
            </a:pPr>
            <a:r>
              <a:t/>
            </a:r>
            <a:endParaRPr b="0" i="0" sz="3078" u="none" cap="none" strike="noStrike">
              <a:solidFill>
                <a:srgbClr val="FFFFFF"/>
              </a:solidFill>
              <a:latin typeface="Arial"/>
              <a:ea typeface="Arial"/>
              <a:cs typeface="Arial"/>
              <a:sym typeface="Arial"/>
            </a:endParaRPr>
          </a:p>
        </p:txBody>
      </p:sp>
      <p:sp>
        <p:nvSpPr>
          <p:cNvPr id="684" name="Google Shape;684;p5"/>
          <p:cNvSpPr/>
          <p:nvPr/>
        </p:nvSpPr>
        <p:spPr>
          <a:xfrm>
            <a:off x="2061479" y="0"/>
            <a:ext cx="15544800" cy="1570065"/>
          </a:xfrm>
          <a:custGeom>
            <a:rect b="b" l="l" r="r" t="t"/>
            <a:pathLst>
              <a:path extrusionOk="0" h="5717540" w="5541645">
                <a:moveTo>
                  <a:pt x="5541454" y="0"/>
                </a:moveTo>
                <a:lnTo>
                  <a:pt x="0" y="0"/>
                </a:lnTo>
                <a:lnTo>
                  <a:pt x="0" y="5717103"/>
                </a:lnTo>
                <a:lnTo>
                  <a:pt x="5541454" y="5717103"/>
                </a:lnTo>
                <a:lnTo>
                  <a:pt x="5541454" y="0"/>
                </a:lnTo>
                <a:close/>
              </a:path>
            </a:pathLst>
          </a:custGeom>
          <a:solidFill>
            <a:srgbClr val="3766B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5" name="Google Shape;685;p5"/>
          <p:cNvSpPr txBox="1"/>
          <p:nvPr/>
        </p:nvSpPr>
        <p:spPr>
          <a:xfrm>
            <a:off x="1298288" y="199975"/>
            <a:ext cx="17197200" cy="1259100"/>
          </a:xfrm>
          <a:prstGeom prst="rect">
            <a:avLst/>
          </a:prstGeom>
          <a:noFill/>
          <a:ln>
            <a:noFill/>
          </a:ln>
        </p:spPr>
        <p:txBody>
          <a:bodyPr anchorCtr="0" anchor="t" bIns="200950" lIns="200950" spcFirstLastPara="1" rIns="200950" wrap="square" tIns="200950">
            <a:noAutofit/>
          </a:bodyPr>
          <a:lstStyle/>
          <a:p>
            <a:pPr indent="0" lvl="0" marL="457200" rtl="0" algn="ctr">
              <a:lnSpc>
                <a:spcPct val="115000"/>
              </a:lnSpc>
              <a:spcBef>
                <a:spcPts val="1200"/>
              </a:spcBef>
              <a:spcAft>
                <a:spcPts val="0"/>
              </a:spcAft>
              <a:buNone/>
            </a:pPr>
            <a:r>
              <a:rPr b="1" lang="en-US" sz="4800">
                <a:solidFill>
                  <a:schemeClr val="dk1"/>
                </a:solidFill>
                <a:highlight>
                  <a:schemeClr val="lt1"/>
                </a:highlight>
              </a:rPr>
              <a:t>Reimaging A Fully Tokenized Ecosystem for Humanitarian Aid Capital</a:t>
            </a:r>
            <a:endParaRPr b="1" sz="4800">
              <a:solidFill>
                <a:schemeClr val="dk1"/>
              </a:solidFill>
              <a:highlight>
                <a:schemeClr val="lt1"/>
              </a:highlight>
            </a:endParaRPr>
          </a:p>
          <a:p>
            <a:pPr indent="0" lvl="0" marL="0" marR="0" rtl="0" algn="ctr">
              <a:lnSpc>
                <a:spcPct val="100000"/>
              </a:lnSpc>
              <a:spcBef>
                <a:spcPts val="1200"/>
              </a:spcBef>
              <a:spcAft>
                <a:spcPts val="0"/>
              </a:spcAft>
              <a:buClr>
                <a:srgbClr val="000000"/>
              </a:buClr>
              <a:buSzPts val="1380"/>
              <a:buFont typeface="Arial"/>
              <a:buNone/>
            </a:pPr>
            <a:r>
              <a:t/>
            </a:r>
            <a:endParaRPr sz="54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g396ea7823bd_0_63"/>
          <p:cNvSpPr/>
          <p:nvPr/>
        </p:nvSpPr>
        <p:spPr>
          <a:xfrm>
            <a:off x="308838" y="415175"/>
            <a:ext cx="19486416" cy="2693670"/>
          </a:xfrm>
          <a:custGeom>
            <a:rect b="b" l="l" r="r" t="t"/>
            <a:pathLst>
              <a:path extrusionOk="0" h="10261600" w="19057620">
                <a:moveTo>
                  <a:pt x="19057011" y="0"/>
                </a:moveTo>
                <a:lnTo>
                  <a:pt x="0" y="0"/>
                </a:lnTo>
                <a:lnTo>
                  <a:pt x="0" y="10261467"/>
                </a:lnTo>
                <a:lnTo>
                  <a:pt x="19057011" y="10261467"/>
                </a:lnTo>
                <a:lnTo>
                  <a:pt x="19057011" y="0"/>
                </a:lnTo>
                <a:close/>
              </a:path>
            </a:pathLst>
          </a:custGeom>
          <a:solidFill>
            <a:srgbClr val="88888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2" name="Google Shape;692;g396ea7823bd_0_63"/>
          <p:cNvSpPr/>
          <p:nvPr/>
        </p:nvSpPr>
        <p:spPr>
          <a:xfrm>
            <a:off x="938468" y="1289675"/>
            <a:ext cx="8039700" cy="1086000"/>
          </a:xfrm>
          <a:prstGeom prst="rect">
            <a:avLst/>
          </a:prstGeom>
          <a:solidFill>
            <a:schemeClr val="lt2"/>
          </a:solidFill>
          <a:ln cap="flat" cmpd="sng" w="7450">
            <a:solidFill>
              <a:srgbClr val="0C5ADB"/>
            </a:solidFill>
            <a:prstDash val="solid"/>
            <a:round/>
            <a:headEnd len="sm" w="sm" type="none"/>
            <a:tailEnd len="sm" w="sm" type="none"/>
          </a:ln>
        </p:spPr>
        <p:txBody>
          <a:bodyPr anchorCtr="0" anchor="ctr" bIns="71625" lIns="71625" spcFirstLastPara="1" rIns="71625" wrap="square" tIns="71625">
            <a:noAutofit/>
          </a:bodyPr>
          <a:lstStyle/>
          <a:p>
            <a:pPr indent="0" lvl="0" marL="0" rtl="0" algn="ctr">
              <a:spcBef>
                <a:spcPts val="0"/>
              </a:spcBef>
              <a:spcAft>
                <a:spcPts val="0"/>
              </a:spcAft>
              <a:buNone/>
            </a:pPr>
            <a:r>
              <a:rPr b="1" lang="en-US" sz="3000">
                <a:solidFill>
                  <a:srgbClr val="0433FF"/>
                </a:solidFill>
              </a:rPr>
              <a:t>Click</a:t>
            </a:r>
            <a:r>
              <a:rPr b="1" lang="en-US" sz="3000"/>
              <a:t> To Read Our White </a:t>
            </a:r>
            <a:r>
              <a:rPr b="1" lang="en-US" sz="3000"/>
              <a:t>Paper</a:t>
            </a:r>
            <a:r>
              <a:rPr b="1" lang="en-US" sz="3000"/>
              <a:t> (pdf)</a:t>
            </a:r>
            <a:endParaRPr b="1" sz="3000"/>
          </a:p>
        </p:txBody>
      </p:sp>
      <p:sp>
        <p:nvSpPr>
          <p:cNvPr id="693" name="Google Shape;693;g396ea7823bd_0_63"/>
          <p:cNvSpPr txBox="1"/>
          <p:nvPr>
            <p:ph idx="4294967295" type="ctrTitle"/>
          </p:nvPr>
        </p:nvSpPr>
        <p:spPr>
          <a:xfrm>
            <a:off x="671850" y="4601100"/>
            <a:ext cx="18970500" cy="4681200"/>
          </a:xfrm>
          <a:prstGeom prst="rect">
            <a:avLst/>
          </a:prstGeom>
          <a:noFill/>
          <a:ln>
            <a:noFill/>
          </a:ln>
        </p:spPr>
        <p:txBody>
          <a:bodyPr anchorCtr="0" anchor="t" bIns="0" lIns="0" spcFirstLastPara="1" rIns="0" wrap="square" tIns="599425">
            <a:spAutoFit/>
          </a:bodyPr>
          <a:lstStyle/>
          <a:p>
            <a:pPr indent="0" lvl="0" marL="0" rtl="0" algn="l">
              <a:lnSpc>
                <a:spcPct val="115000"/>
              </a:lnSpc>
              <a:spcBef>
                <a:spcPts val="1200"/>
              </a:spcBef>
              <a:spcAft>
                <a:spcPts val="0"/>
              </a:spcAft>
              <a:buNone/>
            </a:pPr>
            <a:r>
              <a:rPr b="1" lang="en-US" sz="4800">
                <a:solidFill>
                  <a:schemeClr val="dk1"/>
                </a:solidFill>
              </a:rPr>
              <a:t>The dSDR Token Explained</a:t>
            </a:r>
            <a:endParaRPr b="1" sz="4800">
              <a:solidFill>
                <a:schemeClr val="dk1"/>
              </a:solidFill>
            </a:endParaRPr>
          </a:p>
          <a:p>
            <a:pPr indent="0" lvl="0" marL="0" rtl="0" algn="l">
              <a:lnSpc>
                <a:spcPct val="115000"/>
              </a:lnSpc>
              <a:spcBef>
                <a:spcPts val="1200"/>
              </a:spcBef>
              <a:spcAft>
                <a:spcPts val="0"/>
              </a:spcAft>
              <a:buNone/>
            </a:pPr>
            <a:r>
              <a:rPr lang="en-US" sz="2400">
                <a:solidFill>
                  <a:schemeClr val="dk1"/>
                </a:solidFill>
              </a:rPr>
              <a:t>The network is designed for stability, participation, and long-term growth, with a fixed total supply of 10 billion tokens. Governance is led by a 10-member Governing Council of partners responsible for network oversight, stability, and adoption. Users can stake dSDR with validators to help secure the network and earn rewards, while validators and stakers actively contribute to ecosystem development. Tokens are gradually released from the treasury to support security and sustainable expansion. dSDR also serves as the network’s governance token, powering services such as token minting, transactions, and reward incentives for adopting AI agents to amplify skills and impacts across stakeholders from donors, social workers to beneficiaries. </a:t>
            </a:r>
            <a:endParaRPr sz="2400">
              <a:solidFill>
                <a:schemeClr val="dk1"/>
              </a:solidFill>
            </a:endParaRPr>
          </a:p>
          <a:p>
            <a:pPr indent="0" lvl="0" marL="0" rtl="0" algn="l">
              <a:lnSpc>
                <a:spcPct val="115000"/>
              </a:lnSpc>
              <a:spcBef>
                <a:spcPts val="1200"/>
              </a:spcBef>
              <a:spcAft>
                <a:spcPts val="1200"/>
              </a:spcAft>
              <a:buNone/>
            </a:pPr>
            <a:r>
              <a:t/>
            </a:r>
            <a:endParaRPr b="1" sz="2400">
              <a:solidFill>
                <a:schemeClr val="dk1"/>
              </a:solidFill>
            </a:endParaRPr>
          </a:p>
        </p:txBody>
      </p:sp>
      <p:pic>
        <p:nvPicPr>
          <p:cNvPr descr="A black background with a black square&#10;&#10;AI-generated content may be incorrect." id="694" name="Google Shape;694;g396ea7823bd_0_63"/>
          <p:cNvPicPr preferRelativeResize="0"/>
          <p:nvPr/>
        </p:nvPicPr>
        <p:blipFill rotWithShape="1">
          <a:blip r:embed="rId3">
            <a:alphaModFix amt="5000"/>
          </a:blip>
          <a:srcRect b="45393" l="35073" r="55722" t="42971"/>
          <a:stretch/>
        </p:blipFill>
        <p:spPr>
          <a:xfrm>
            <a:off x="7395134" y="2375625"/>
            <a:ext cx="12842663" cy="9132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7"/>
          <p:cNvSpPr/>
          <p:nvPr/>
        </p:nvSpPr>
        <p:spPr>
          <a:xfrm>
            <a:off x="523544" y="523543"/>
            <a:ext cx="19057620" cy="10388931"/>
          </a:xfrm>
          <a:custGeom>
            <a:rect b="b" l="l" r="r" t="t"/>
            <a:pathLst>
              <a:path extrusionOk="0" h="10261600" w="19057620">
                <a:moveTo>
                  <a:pt x="19057011" y="0"/>
                </a:moveTo>
                <a:lnTo>
                  <a:pt x="0" y="0"/>
                </a:lnTo>
                <a:lnTo>
                  <a:pt x="0" y="10261467"/>
                </a:lnTo>
                <a:lnTo>
                  <a:pt x="19057011" y="10261467"/>
                </a:lnTo>
                <a:lnTo>
                  <a:pt x="19057011" y="0"/>
                </a:lnTo>
                <a:close/>
              </a:path>
            </a:pathLst>
          </a:custGeom>
          <a:solidFill>
            <a:srgbClr val="E9E8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A black background with a black square&#10;&#10;AI-generated content may be incorrect." id="700" name="Google Shape;700;p7"/>
          <p:cNvPicPr preferRelativeResize="0"/>
          <p:nvPr/>
        </p:nvPicPr>
        <p:blipFill rotWithShape="1">
          <a:blip r:embed="rId3">
            <a:alphaModFix amt="5000"/>
          </a:blip>
          <a:srcRect b="42893" l="34644" r="55222" t="40186"/>
          <a:stretch/>
        </p:blipFill>
        <p:spPr>
          <a:xfrm>
            <a:off x="17824450" y="9464675"/>
            <a:ext cx="1709667" cy="1605782"/>
          </a:xfrm>
          <a:prstGeom prst="rect">
            <a:avLst/>
          </a:prstGeom>
          <a:noFill/>
          <a:ln>
            <a:noFill/>
          </a:ln>
        </p:spPr>
      </p:pic>
      <p:sp>
        <p:nvSpPr>
          <p:cNvPr id="701" name="Google Shape;701;p7"/>
          <p:cNvSpPr txBox="1"/>
          <p:nvPr>
            <p:ph type="title"/>
          </p:nvPr>
        </p:nvSpPr>
        <p:spPr>
          <a:xfrm>
            <a:off x="110260" y="689551"/>
            <a:ext cx="19418793" cy="1259145"/>
          </a:xfrm>
          <a:prstGeom prst="rect">
            <a:avLst/>
          </a:prstGeom>
          <a:noFill/>
          <a:ln>
            <a:noFill/>
          </a:ln>
        </p:spPr>
        <p:txBody>
          <a:bodyPr anchorCtr="0" anchor="t" bIns="200950" lIns="200950" spcFirstLastPara="1" rIns="200950" wrap="square" tIns="200950">
            <a:noAutofit/>
          </a:bodyPr>
          <a:lstStyle/>
          <a:p>
            <a:pPr indent="0" lvl="0" marL="0" rtl="0" algn="ctr">
              <a:lnSpc>
                <a:spcPct val="100000"/>
              </a:lnSpc>
              <a:spcBef>
                <a:spcPts val="0"/>
              </a:spcBef>
              <a:spcAft>
                <a:spcPts val="0"/>
              </a:spcAft>
              <a:buSzPts val="1380"/>
              <a:buNone/>
            </a:pPr>
            <a:r>
              <a:rPr b="1" lang="en-US" sz="4400"/>
              <a:t>The Token’s Role In Creating A Capital Loop</a:t>
            </a:r>
            <a:endParaRPr b="1" sz="4400"/>
          </a:p>
        </p:txBody>
      </p:sp>
      <p:pic>
        <p:nvPicPr>
          <p:cNvPr descr="A black screen with a person in the middle&#10;&#10;AI-generated content may be incorrect." id="702" name="Google Shape;702;p7"/>
          <p:cNvPicPr preferRelativeResize="0"/>
          <p:nvPr/>
        </p:nvPicPr>
        <p:blipFill rotWithShape="1">
          <a:blip r:embed="rId4">
            <a:alphaModFix/>
          </a:blip>
          <a:srcRect b="37549" l="38042" r="35530" t="24106"/>
          <a:stretch/>
        </p:blipFill>
        <p:spPr>
          <a:xfrm>
            <a:off x="7999060" y="4168854"/>
            <a:ext cx="3641192" cy="2971642"/>
          </a:xfrm>
          <a:prstGeom prst="rect">
            <a:avLst/>
          </a:prstGeom>
          <a:noFill/>
          <a:ln>
            <a:noFill/>
          </a:ln>
        </p:spPr>
      </p:pic>
      <p:pic>
        <p:nvPicPr>
          <p:cNvPr descr="A diagram of a circular arrow&#10;&#10;AI-generated content may be incorrect." id="703" name="Google Shape;703;p7"/>
          <p:cNvPicPr preferRelativeResize="0"/>
          <p:nvPr/>
        </p:nvPicPr>
        <p:blipFill rotWithShape="1">
          <a:blip r:embed="rId5">
            <a:alphaModFix/>
          </a:blip>
          <a:srcRect b="0" l="0" r="0" t="0"/>
          <a:stretch/>
        </p:blipFill>
        <p:spPr>
          <a:xfrm>
            <a:off x="4260850" y="635768"/>
            <a:ext cx="10657709" cy="1065770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g396ea7823bd_1_12"/>
          <p:cNvSpPr txBox="1"/>
          <p:nvPr>
            <p:ph idx="4294967295" type="ctrTitle"/>
          </p:nvPr>
        </p:nvSpPr>
        <p:spPr>
          <a:xfrm>
            <a:off x="610575" y="196325"/>
            <a:ext cx="19180500" cy="11568000"/>
          </a:xfrm>
          <a:prstGeom prst="rect">
            <a:avLst/>
          </a:prstGeom>
          <a:noFill/>
          <a:ln>
            <a:noFill/>
          </a:ln>
        </p:spPr>
        <p:txBody>
          <a:bodyPr anchorCtr="0" anchor="t" bIns="0" lIns="0" spcFirstLastPara="1" rIns="0" wrap="square" tIns="599425">
            <a:spAutoFit/>
          </a:bodyPr>
          <a:lstStyle/>
          <a:p>
            <a:pPr indent="0" lvl="0" marL="0" rtl="0" algn="l">
              <a:lnSpc>
                <a:spcPct val="115000"/>
              </a:lnSpc>
              <a:spcBef>
                <a:spcPts val="1200"/>
              </a:spcBef>
              <a:spcAft>
                <a:spcPts val="0"/>
              </a:spcAft>
              <a:buNone/>
            </a:pPr>
            <a:r>
              <a:rPr b="1" lang="en-US" sz="4800">
                <a:solidFill>
                  <a:schemeClr val="dk1"/>
                </a:solidFill>
              </a:rPr>
              <a:t>How AI Powers The Tokenization Foundation </a:t>
            </a:r>
            <a:endParaRPr b="1" sz="4800">
              <a:solidFill>
                <a:schemeClr val="dk1"/>
              </a:solidFill>
            </a:endParaRPr>
          </a:p>
          <a:p>
            <a:pPr indent="0" lvl="0" marL="0" rtl="0" algn="l">
              <a:lnSpc>
                <a:spcPct val="115000"/>
              </a:lnSpc>
              <a:spcBef>
                <a:spcPts val="1200"/>
              </a:spcBef>
              <a:spcAft>
                <a:spcPts val="0"/>
              </a:spcAft>
              <a:buNone/>
            </a:pPr>
            <a:r>
              <a:rPr lang="en-US" sz="2000">
                <a:solidFill>
                  <a:srgbClr val="222222"/>
                </a:solidFill>
              </a:rPr>
              <a:t>The gap between available resources and the people who need them has never been a shortage of funding. It has been a shortage of infrastructure intelligent enough to move that funding accurately, transparently, and at scale. Our AI-powered core principle is built on 'Skills as Infrastructure' and the question of how to move resources and capability simultaneously, at scale, with accountability." The most durable form of resource transfer is one that compounds. A payment moves once. A skill multiplies.</a:t>
            </a:r>
            <a:endParaRPr sz="2000">
              <a:solidFill>
                <a:srgbClr val="222222"/>
              </a:solidFill>
            </a:endParaRPr>
          </a:p>
          <a:p>
            <a:pPr indent="0" lvl="0" marL="0" rtl="0" algn="l">
              <a:lnSpc>
                <a:spcPct val="115000"/>
              </a:lnSpc>
              <a:spcBef>
                <a:spcPts val="1200"/>
              </a:spcBef>
              <a:spcAft>
                <a:spcPts val="0"/>
              </a:spcAft>
              <a:buNone/>
            </a:pPr>
            <a:r>
              <a:t/>
            </a:r>
            <a:endParaRPr sz="2000">
              <a:solidFill>
                <a:srgbClr val="222222"/>
              </a:solidFill>
            </a:endParaRPr>
          </a:p>
          <a:p>
            <a:pPr indent="0" lvl="0" marL="0" rtl="0" algn="l">
              <a:lnSpc>
                <a:spcPct val="115000"/>
              </a:lnSpc>
              <a:spcBef>
                <a:spcPts val="1200"/>
              </a:spcBef>
              <a:spcAft>
                <a:spcPts val="0"/>
              </a:spcAft>
              <a:buNone/>
            </a:pPr>
            <a:r>
              <a:rPr lang="en-US" sz="2000">
                <a:solidFill>
                  <a:srgbClr val="222222"/>
                </a:solidFill>
              </a:rPr>
              <a:t>At Tokenization Foundation, we embed skills augmentation directly into the distribution layer. As resources move to participants, AI simultaneously identifies skill gaps, surfaces relevant learning, and delivers certified capability - not generic training, but precise, context-specific expertise matched to each participant's situation and goals. AI augments both </a:t>
            </a:r>
            <a:endParaRPr sz="2000">
              <a:solidFill>
                <a:srgbClr val="222222"/>
              </a:solidFill>
            </a:endParaRPr>
          </a:p>
          <a:p>
            <a:pPr indent="0" lvl="0" marL="0" rtl="0" algn="l">
              <a:lnSpc>
                <a:spcPct val="115000"/>
              </a:lnSpc>
              <a:spcBef>
                <a:spcPts val="1200"/>
              </a:spcBef>
              <a:spcAft>
                <a:spcPts val="0"/>
              </a:spcAft>
              <a:buNone/>
            </a:pPr>
            <a:r>
              <a:t/>
            </a:r>
            <a:endParaRPr sz="2000">
              <a:solidFill>
                <a:srgbClr val="222222"/>
              </a:solidFill>
            </a:endParaRPr>
          </a:p>
          <a:p>
            <a:pPr indent="0" lvl="0" marL="0" rtl="0" algn="l">
              <a:lnSpc>
                <a:spcPct val="115000"/>
              </a:lnSpc>
              <a:spcBef>
                <a:spcPts val="1200"/>
              </a:spcBef>
              <a:spcAft>
                <a:spcPts val="0"/>
              </a:spcAft>
              <a:buNone/>
            </a:pPr>
            <a:r>
              <a:rPr i="1" lang="en-US" sz="2000">
                <a:solidFill>
                  <a:srgbClr val="222222"/>
                </a:solidFill>
              </a:rPr>
              <a:t>Practitioner intelligence. </a:t>
            </a:r>
            <a:r>
              <a:rPr lang="en-US" sz="2000">
                <a:solidFill>
                  <a:srgbClr val="222222"/>
                </a:solidFill>
              </a:rPr>
              <a:t>Field practitioners are the most valuable layer of any distribution network. AI amplifies practitioners' judgment by surfacing relevant context, flagging anomalies, and reducing administrative burden, allowing them to spend time with participants, not paperwork.</a:t>
            </a:r>
            <a:endParaRPr sz="2000">
              <a:solidFill>
                <a:srgbClr val="222222"/>
              </a:solidFill>
            </a:endParaRPr>
          </a:p>
          <a:p>
            <a:pPr indent="0" lvl="0" marL="0" rtl="0" algn="l">
              <a:lnSpc>
                <a:spcPct val="115000"/>
              </a:lnSpc>
              <a:spcBef>
                <a:spcPts val="1200"/>
              </a:spcBef>
              <a:spcAft>
                <a:spcPts val="0"/>
              </a:spcAft>
              <a:buNone/>
            </a:pPr>
            <a:r>
              <a:t/>
            </a:r>
            <a:endParaRPr sz="2000">
              <a:solidFill>
                <a:srgbClr val="222222"/>
              </a:solidFill>
            </a:endParaRPr>
          </a:p>
          <a:p>
            <a:pPr indent="0" lvl="0" marL="0" rtl="0" algn="l">
              <a:lnSpc>
                <a:spcPct val="115000"/>
              </a:lnSpc>
              <a:spcBef>
                <a:spcPts val="1200"/>
              </a:spcBef>
              <a:spcAft>
                <a:spcPts val="0"/>
              </a:spcAft>
              <a:buNone/>
            </a:pPr>
            <a:r>
              <a:rPr i="1" lang="en-US" sz="2400">
                <a:solidFill>
                  <a:srgbClr val="222222"/>
                </a:solidFill>
              </a:rPr>
              <a:t>Precision allocation. </a:t>
            </a:r>
            <a:r>
              <a:rPr lang="en-US" sz="2400">
                <a:solidFill>
                  <a:srgbClr val="222222"/>
                </a:solidFill>
              </a:rPr>
              <a:t>AI continuously analyzes need signals - geographic, contextual, and temporal - and routes resources to where they create the most impact. Reduced manual gatekeeping and committee delays. The system makes allocation decisions in real time, based on verifiable data.</a:t>
            </a:r>
            <a:endParaRPr sz="2400">
              <a:solidFill>
                <a:srgbClr val="222222"/>
              </a:solidFill>
            </a:endParaRPr>
          </a:p>
          <a:p>
            <a:pPr indent="0" lvl="0" marL="0" rtl="0" algn="l">
              <a:lnSpc>
                <a:spcPct val="115000"/>
              </a:lnSpc>
              <a:spcBef>
                <a:spcPts val="1200"/>
              </a:spcBef>
              <a:spcAft>
                <a:spcPts val="0"/>
              </a:spcAft>
              <a:buNone/>
            </a:pPr>
            <a:r>
              <a:t/>
            </a:r>
            <a:endParaRPr sz="2400">
              <a:solidFill>
                <a:srgbClr val="222222"/>
              </a:solidFill>
            </a:endParaRPr>
          </a:p>
          <a:p>
            <a:pPr indent="0" lvl="0" marL="0" rtl="0" algn="l">
              <a:lnSpc>
                <a:spcPct val="115000"/>
              </a:lnSpc>
              <a:spcBef>
                <a:spcPts val="1200"/>
              </a:spcBef>
              <a:spcAft>
                <a:spcPts val="0"/>
              </a:spcAft>
              <a:buNone/>
            </a:pPr>
            <a:r>
              <a:rPr b="1" i="1" lang="en-US" sz="2400">
                <a:solidFill>
                  <a:srgbClr val="222222"/>
                </a:solidFill>
              </a:rPr>
              <a:t>What this means in practice:</a:t>
            </a:r>
            <a:endParaRPr sz="2400">
              <a:solidFill>
                <a:srgbClr val="222222"/>
              </a:solidFill>
            </a:endParaRPr>
          </a:p>
          <a:p>
            <a:pPr indent="-381000" lvl="2" marL="1371600" rtl="0" algn="l">
              <a:lnSpc>
                <a:spcPct val="115000"/>
              </a:lnSpc>
              <a:spcBef>
                <a:spcPts val="1200"/>
              </a:spcBef>
              <a:spcAft>
                <a:spcPts val="0"/>
              </a:spcAft>
              <a:buClr>
                <a:schemeClr val="dk1"/>
              </a:buClr>
              <a:buSzPts val="2400"/>
              <a:buChar char="■"/>
            </a:pPr>
            <a:r>
              <a:rPr lang="en-US" sz="2400">
                <a:solidFill>
                  <a:srgbClr val="222222"/>
                </a:solidFill>
              </a:rPr>
              <a:t>For </a:t>
            </a:r>
            <a:r>
              <a:rPr b="1" lang="en-US" sz="2400">
                <a:solidFill>
                  <a:srgbClr val="222222"/>
                </a:solidFill>
              </a:rPr>
              <a:t>participants</a:t>
            </a:r>
            <a:r>
              <a:rPr lang="en-US" sz="2400">
                <a:solidFill>
                  <a:srgbClr val="222222"/>
                </a:solidFill>
              </a:rPr>
              <a:t>, resources arrive with the knowledge to use them well, whether that is financial literacy, agricultural technique, health protocol, or legal understanding.</a:t>
            </a:r>
            <a:endParaRPr sz="2400">
              <a:solidFill>
                <a:srgbClr val="222222"/>
              </a:solidFill>
            </a:endParaRPr>
          </a:p>
          <a:p>
            <a:pPr indent="-381000" lvl="2" marL="1371600" rtl="0" algn="l">
              <a:lnSpc>
                <a:spcPct val="115000"/>
              </a:lnSpc>
              <a:spcBef>
                <a:spcPts val="0"/>
              </a:spcBef>
              <a:spcAft>
                <a:spcPts val="0"/>
              </a:spcAft>
              <a:buClr>
                <a:schemeClr val="dk1"/>
              </a:buClr>
              <a:buSzPts val="2400"/>
              <a:buChar char="■"/>
            </a:pPr>
            <a:r>
              <a:rPr lang="en-US" sz="2400">
                <a:solidFill>
                  <a:srgbClr val="222222"/>
                </a:solidFill>
              </a:rPr>
              <a:t>For </a:t>
            </a:r>
            <a:r>
              <a:rPr b="1" lang="en-US" sz="2400">
                <a:solidFill>
                  <a:srgbClr val="222222"/>
                </a:solidFill>
              </a:rPr>
              <a:t>practitioners</a:t>
            </a:r>
            <a:r>
              <a:rPr lang="en-US" sz="2400">
                <a:solidFill>
                  <a:srgbClr val="222222"/>
                </a:solidFill>
              </a:rPr>
              <a:t>, AI surfaces relevant skills in real time, reducing the time between identifying a need and addressing it.</a:t>
            </a:r>
            <a:endParaRPr sz="2400">
              <a:solidFill>
                <a:srgbClr val="222222"/>
              </a:solidFill>
            </a:endParaRPr>
          </a:p>
          <a:p>
            <a:pPr indent="-381000" lvl="2" marL="1371600" rtl="0" algn="l">
              <a:lnSpc>
                <a:spcPct val="115000"/>
              </a:lnSpc>
              <a:spcBef>
                <a:spcPts val="0"/>
              </a:spcBef>
              <a:spcAft>
                <a:spcPts val="0"/>
              </a:spcAft>
              <a:buClr>
                <a:schemeClr val="dk1"/>
              </a:buClr>
              <a:buSzPts val="2400"/>
              <a:buChar char="■"/>
            </a:pPr>
            <a:r>
              <a:rPr lang="en-US" sz="2400">
                <a:solidFill>
                  <a:srgbClr val="222222"/>
                </a:solidFill>
              </a:rPr>
              <a:t>For</a:t>
            </a:r>
            <a:r>
              <a:rPr b="1" lang="en-US" sz="2400">
                <a:solidFill>
                  <a:srgbClr val="222222"/>
                </a:solidFill>
              </a:rPr>
              <a:t> funding organizations</a:t>
            </a:r>
            <a:r>
              <a:rPr lang="en-US" sz="2400">
                <a:solidFill>
                  <a:srgbClr val="222222"/>
                </a:solidFill>
              </a:rPr>
              <a:t>, every transfer is paired with capability data, creating a longitudinal record of impact that goes beyond disbursement to measurable growth.</a:t>
            </a:r>
            <a:endParaRPr sz="2400">
              <a:solidFill>
                <a:srgbClr val="222222"/>
              </a:solidFill>
            </a:endParaRPr>
          </a:p>
          <a:p>
            <a:pPr indent="0" lvl="0" marL="0" rtl="0" algn="l">
              <a:lnSpc>
                <a:spcPct val="115000"/>
              </a:lnSpc>
              <a:spcBef>
                <a:spcPts val="1200"/>
              </a:spcBef>
              <a:spcAft>
                <a:spcPts val="1200"/>
              </a:spcAft>
              <a:buNone/>
            </a:pPr>
            <a:r>
              <a:t/>
            </a:r>
            <a:endParaRPr b="1" sz="1800">
              <a:solidFill>
                <a:schemeClr val="dk1"/>
              </a:solidFill>
            </a:endParaRPr>
          </a:p>
        </p:txBody>
      </p:sp>
      <p:pic>
        <p:nvPicPr>
          <p:cNvPr descr="A black background with a black square&#10;&#10;AI-generated content may be incorrect." id="710" name="Google Shape;710;g396ea7823bd_1_12"/>
          <p:cNvPicPr preferRelativeResize="0"/>
          <p:nvPr/>
        </p:nvPicPr>
        <p:blipFill rotWithShape="1">
          <a:blip r:embed="rId3">
            <a:alphaModFix amt="5000"/>
          </a:blip>
          <a:srcRect b="45393" l="35073" r="55722" t="42971"/>
          <a:stretch/>
        </p:blipFill>
        <p:spPr>
          <a:xfrm>
            <a:off x="5198301" y="391900"/>
            <a:ext cx="15039500" cy="10694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5" name="Shape 715"/>
        <p:cNvGrpSpPr/>
        <p:nvPr/>
      </p:nvGrpSpPr>
      <p:grpSpPr>
        <a:xfrm>
          <a:off x="0" y="0"/>
          <a:ext cx="0" cy="0"/>
          <a:chOff x="0" y="0"/>
          <a:chExt cx="0" cy="0"/>
        </a:xfrm>
      </p:grpSpPr>
      <p:sp>
        <p:nvSpPr>
          <p:cNvPr id="716" name="Google Shape;716;g396ea7823bd_1_20"/>
          <p:cNvSpPr/>
          <p:nvPr/>
        </p:nvSpPr>
        <p:spPr>
          <a:xfrm>
            <a:off x="523544" y="523544"/>
            <a:ext cx="19057620" cy="9825482"/>
          </a:xfrm>
          <a:custGeom>
            <a:rect b="b" l="l" r="r" t="t"/>
            <a:pathLst>
              <a:path extrusionOk="0" h="10261600" w="19057620">
                <a:moveTo>
                  <a:pt x="19057011" y="0"/>
                </a:moveTo>
                <a:lnTo>
                  <a:pt x="0" y="0"/>
                </a:lnTo>
                <a:lnTo>
                  <a:pt x="0" y="10261467"/>
                </a:lnTo>
                <a:lnTo>
                  <a:pt x="19057011" y="10261467"/>
                </a:lnTo>
                <a:lnTo>
                  <a:pt x="19057011" y="0"/>
                </a:lnTo>
                <a:close/>
              </a:path>
            </a:pathLst>
          </a:custGeom>
          <a:solidFill>
            <a:srgbClr val="E9E8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7" name="Google Shape;717;g396ea7823bd_1_20"/>
          <p:cNvSpPr/>
          <p:nvPr/>
        </p:nvSpPr>
        <p:spPr>
          <a:xfrm>
            <a:off x="522936" y="675047"/>
            <a:ext cx="19057620" cy="9671558"/>
          </a:xfrm>
          <a:custGeom>
            <a:rect b="b" l="l" r="r" t="t"/>
            <a:pathLst>
              <a:path extrusionOk="0" h="10261600" w="19057620">
                <a:moveTo>
                  <a:pt x="19057011" y="0"/>
                </a:moveTo>
                <a:lnTo>
                  <a:pt x="0" y="10261467"/>
                </a:lnTo>
                <a:lnTo>
                  <a:pt x="19057011" y="10261467"/>
                </a:lnTo>
                <a:lnTo>
                  <a:pt x="19057011" y="0"/>
                </a:lnTo>
                <a:close/>
              </a:path>
            </a:pathLst>
          </a:custGeom>
          <a:solidFill>
            <a:srgbClr val="FFFFFF">
              <a:alpha val="50199"/>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8" name="Google Shape;718;g396ea7823bd_1_20"/>
          <p:cNvSpPr txBox="1"/>
          <p:nvPr/>
        </p:nvSpPr>
        <p:spPr>
          <a:xfrm>
            <a:off x="1971650" y="3038700"/>
            <a:ext cx="16728300" cy="3561600"/>
          </a:xfrm>
          <a:prstGeom prst="rect">
            <a:avLst/>
          </a:prstGeom>
          <a:noFill/>
          <a:ln>
            <a:noFill/>
          </a:ln>
        </p:spPr>
        <p:txBody>
          <a:bodyPr anchorCtr="0" anchor="t" bIns="0" lIns="0" spcFirstLastPara="1" rIns="0" wrap="square" tIns="73025">
            <a:spAutoFit/>
          </a:bodyPr>
          <a:lstStyle/>
          <a:p>
            <a:pPr indent="0" lvl="0" marL="0" rtl="0" algn="l">
              <a:lnSpc>
                <a:spcPct val="115000"/>
              </a:lnSpc>
              <a:spcBef>
                <a:spcPts val="1200"/>
              </a:spcBef>
              <a:spcAft>
                <a:spcPts val="0"/>
              </a:spcAft>
              <a:buNone/>
            </a:pPr>
            <a:r>
              <a:rPr b="1" lang="en-US" sz="5200">
                <a:solidFill>
                  <a:schemeClr val="dk1"/>
                </a:solidFill>
              </a:rPr>
              <a:t>How It All Started</a:t>
            </a:r>
            <a:endParaRPr b="1" sz="5200">
              <a:solidFill>
                <a:schemeClr val="dk1"/>
              </a:solidFill>
            </a:endParaRPr>
          </a:p>
          <a:p>
            <a:pPr indent="0" lvl="0" marL="0" rtl="0" algn="l">
              <a:lnSpc>
                <a:spcPct val="115000"/>
              </a:lnSpc>
              <a:spcBef>
                <a:spcPts val="1200"/>
              </a:spcBef>
              <a:spcAft>
                <a:spcPts val="1200"/>
              </a:spcAft>
              <a:buNone/>
            </a:pPr>
            <a:r>
              <a:rPr lang="en-US" sz="2800">
                <a:solidFill>
                  <a:srgbClr val="222222"/>
                </a:solidFill>
              </a:rPr>
              <a:t>The Tokenization Foundation was born from a direct engagement with the United Nations, which approached Aegis Trust Company to explore whether blockchain could solve persistent inefficiencies in crisis-relief funding. That collaboration revealed a clear and urgent truth: the current system cannot operate at the speed or scale modern crises demand—creating the need for a fundamentally new approach.</a:t>
            </a:r>
            <a:endParaRPr b="1" sz="2800">
              <a:solidFill>
                <a:srgbClr val="222222"/>
              </a:solidFill>
            </a:endParaRPr>
          </a:p>
        </p:txBody>
      </p:sp>
      <p:pic>
        <p:nvPicPr>
          <p:cNvPr descr="A blue and black logo&#10;&#10;AI-generated content may be incorrect." id="719" name="Google Shape;719;g396ea7823bd_1_20"/>
          <p:cNvPicPr preferRelativeResize="0"/>
          <p:nvPr/>
        </p:nvPicPr>
        <p:blipFill rotWithShape="1">
          <a:blip r:embed="rId3">
            <a:alphaModFix/>
          </a:blip>
          <a:srcRect b="39857" l="33177" r="53098" t="38140"/>
          <a:stretch/>
        </p:blipFill>
        <p:spPr>
          <a:xfrm>
            <a:off x="19043650" y="10347362"/>
            <a:ext cx="1066800" cy="961989"/>
          </a:xfrm>
          <a:prstGeom prst="rect">
            <a:avLst/>
          </a:prstGeom>
          <a:noFill/>
          <a:ln>
            <a:noFill/>
          </a:ln>
        </p:spPr>
      </p:pic>
      <p:sp>
        <p:nvSpPr>
          <p:cNvPr id="720" name="Google Shape;720;g396ea7823bd_1_20"/>
          <p:cNvSpPr/>
          <p:nvPr/>
        </p:nvSpPr>
        <p:spPr>
          <a:xfrm>
            <a:off x="7220605" y="595229"/>
            <a:ext cx="5541645" cy="1700968"/>
          </a:xfrm>
          <a:custGeom>
            <a:rect b="b" l="l" r="r" t="t"/>
            <a:pathLst>
              <a:path extrusionOk="0" h="5717540" w="5541645">
                <a:moveTo>
                  <a:pt x="5541454" y="0"/>
                </a:moveTo>
                <a:lnTo>
                  <a:pt x="0" y="0"/>
                </a:lnTo>
                <a:lnTo>
                  <a:pt x="0" y="5717103"/>
                </a:lnTo>
                <a:lnTo>
                  <a:pt x="5541454" y="5717103"/>
                </a:lnTo>
                <a:lnTo>
                  <a:pt x="5541454" y="0"/>
                </a:lnTo>
                <a:close/>
              </a:path>
            </a:pathLst>
          </a:custGeom>
          <a:solidFill>
            <a:srgbClr val="3766B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1" name="Google Shape;721;g396ea7823bd_1_20"/>
          <p:cNvSpPr txBox="1"/>
          <p:nvPr/>
        </p:nvSpPr>
        <p:spPr>
          <a:xfrm>
            <a:off x="7234997" y="919294"/>
            <a:ext cx="5541600" cy="818400"/>
          </a:xfrm>
          <a:prstGeom prst="rect">
            <a:avLst/>
          </a:prstGeom>
          <a:noFill/>
          <a:ln>
            <a:noFill/>
          </a:ln>
        </p:spPr>
        <p:txBody>
          <a:bodyPr anchorCtr="0" anchor="t" bIns="0" lIns="0" spcFirstLastPara="1" rIns="0" wrap="square" tIns="200650">
            <a:spAutoFit/>
          </a:bodyPr>
          <a:lstStyle/>
          <a:p>
            <a:pPr indent="0" lvl="0" marL="12700" marR="0" rtl="0" algn="ctr">
              <a:lnSpc>
                <a:spcPct val="100000"/>
              </a:lnSpc>
              <a:spcBef>
                <a:spcPts val="0"/>
              </a:spcBef>
              <a:spcAft>
                <a:spcPts val="0"/>
              </a:spcAft>
              <a:buClr>
                <a:srgbClr val="000000"/>
              </a:buClr>
              <a:buSzPts val="4000"/>
              <a:buFont typeface="Arial"/>
              <a:buNone/>
            </a:pPr>
            <a:r>
              <a:rPr b="1" lang="en-US" sz="4000">
                <a:solidFill>
                  <a:schemeClr val="lt1"/>
                </a:solidFill>
              </a:rPr>
              <a:t>About Us</a:t>
            </a:r>
            <a:endParaRPr b="1" i="0" sz="4000" u="none" cap="none" strike="noStrike">
              <a:solidFill>
                <a:schemeClr val="lt1"/>
              </a:solidFill>
            </a:endParaRPr>
          </a:p>
        </p:txBody>
      </p:sp>
      <p:pic>
        <p:nvPicPr>
          <p:cNvPr descr="A black background with a black square&#10;&#10;AI-generated content may be incorrect." id="722" name="Google Shape;722;g396ea7823bd_1_20"/>
          <p:cNvPicPr preferRelativeResize="0"/>
          <p:nvPr/>
        </p:nvPicPr>
        <p:blipFill rotWithShape="1">
          <a:blip r:embed="rId4">
            <a:alphaModFix amt="5000"/>
          </a:blip>
          <a:srcRect b="42893" l="34644" r="55222" t="40186"/>
          <a:stretch/>
        </p:blipFill>
        <p:spPr>
          <a:xfrm>
            <a:off x="5286795" y="1484492"/>
            <a:ext cx="9438025" cy="886453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8"/>
          <p:cNvSpPr/>
          <p:nvPr/>
        </p:nvSpPr>
        <p:spPr>
          <a:xfrm>
            <a:off x="534307" y="612130"/>
            <a:ext cx="19057620" cy="10261600"/>
          </a:xfrm>
          <a:custGeom>
            <a:rect b="b" l="l" r="r" t="t"/>
            <a:pathLst>
              <a:path extrusionOk="0" h="10261600" w="19057620">
                <a:moveTo>
                  <a:pt x="19057011" y="0"/>
                </a:moveTo>
                <a:lnTo>
                  <a:pt x="0" y="0"/>
                </a:lnTo>
                <a:lnTo>
                  <a:pt x="0" y="10261467"/>
                </a:lnTo>
                <a:lnTo>
                  <a:pt x="19057011" y="10261467"/>
                </a:lnTo>
                <a:lnTo>
                  <a:pt x="19057011" y="0"/>
                </a:lnTo>
                <a:close/>
              </a:path>
            </a:pathLst>
          </a:custGeom>
          <a:solidFill>
            <a:srgbClr val="E9E8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729" name="Google Shape;729;p8"/>
          <p:cNvPicPr preferRelativeResize="0"/>
          <p:nvPr/>
        </p:nvPicPr>
        <p:blipFill rotWithShape="1">
          <a:blip r:embed="rId3">
            <a:alphaModFix/>
          </a:blip>
          <a:srcRect b="0" l="0" r="0" t="0"/>
          <a:stretch/>
        </p:blipFill>
        <p:spPr>
          <a:xfrm>
            <a:off x="3764521" y="7122037"/>
            <a:ext cx="240830" cy="240830"/>
          </a:xfrm>
          <a:prstGeom prst="rect">
            <a:avLst/>
          </a:prstGeom>
          <a:noFill/>
          <a:ln>
            <a:noFill/>
          </a:ln>
        </p:spPr>
      </p:pic>
      <p:sp>
        <p:nvSpPr>
          <p:cNvPr id="730" name="Google Shape;730;p8"/>
          <p:cNvSpPr/>
          <p:nvPr/>
        </p:nvSpPr>
        <p:spPr>
          <a:xfrm>
            <a:off x="7234980" y="612125"/>
            <a:ext cx="5541645" cy="1700968"/>
          </a:xfrm>
          <a:custGeom>
            <a:rect b="b" l="l" r="r" t="t"/>
            <a:pathLst>
              <a:path extrusionOk="0" h="5717540" w="5541645">
                <a:moveTo>
                  <a:pt x="5541454" y="0"/>
                </a:moveTo>
                <a:lnTo>
                  <a:pt x="0" y="0"/>
                </a:lnTo>
                <a:lnTo>
                  <a:pt x="0" y="5717103"/>
                </a:lnTo>
                <a:lnTo>
                  <a:pt x="5541454" y="5717103"/>
                </a:lnTo>
                <a:lnTo>
                  <a:pt x="5541454" y="0"/>
                </a:lnTo>
                <a:close/>
              </a:path>
            </a:pathLst>
          </a:custGeom>
          <a:solidFill>
            <a:srgbClr val="3766B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1" name="Google Shape;731;p8"/>
          <p:cNvSpPr txBox="1"/>
          <p:nvPr/>
        </p:nvSpPr>
        <p:spPr>
          <a:xfrm>
            <a:off x="7234997" y="1053402"/>
            <a:ext cx="5541600" cy="818400"/>
          </a:xfrm>
          <a:prstGeom prst="rect">
            <a:avLst/>
          </a:prstGeom>
          <a:noFill/>
          <a:ln>
            <a:noFill/>
          </a:ln>
        </p:spPr>
        <p:txBody>
          <a:bodyPr anchorCtr="0" anchor="t" bIns="0" lIns="0" spcFirstLastPara="1" rIns="0" wrap="square" tIns="200650">
            <a:spAutoFit/>
          </a:bodyPr>
          <a:lstStyle/>
          <a:p>
            <a:pPr indent="0" lvl="0" marL="12700" marR="0" rtl="0" algn="ctr">
              <a:lnSpc>
                <a:spcPct val="100000"/>
              </a:lnSpc>
              <a:spcBef>
                <a:spcPts val="0"/>
              </a:spcBef>
              <a:spcAft>
                <a:spcPts val="0"/>
              </a:spcAft>
              <a:buClr>
                <a:srgbClr val="000000"/>
              </a:buClr>
              <a:buSzPts val="4000"/>
              <a:buFont typeface="Arial"/>
              <a:buNone/>
            </a:pPr>
            <a:r>
              <a:rPr lang="en-US" sz="4000">
                <a:solidFill>
                  <a:schemeClr val="lt1"/>
                </a:solidFill>
              </a:rPr>
              <a:t>Meet The Team</a:t>
            </a:r>
            <a:endParaRPr b="0" i="0" sz="4000" u="none" cap="none" strike="noStrike">
              <a:solidFill>
                <a:schemeClr val="lt1"/>
              </a:solidFill>
              <a:latin typeface="Arial"/>
              <a:ea typeface="Arial"/>
              <a:cs typeface="Arial"/>
              <a:sym typeface="Arial"/>
            </a:endParaRPr>
          </a:p>
        </p:txBody>
      </p:sp>
      <p:sp>
        <p:nvSpPr>
          <p:cNvPr id="732" name="Google Shape;732;p8"/>
          <p:cNvSpPr txBox="1"/>
          <p:nvPr/>
        </p:nvSpPr>
        <p:spPr>
          <a:xfrm>
            <a:off x="2926776" y="7809988"/>
            <a:ext cx="4533300" cy="683100"/>
          </a:xfrm>
          <a:prstGeom prst="rect">
            <a:avLst/>
          </a:prstGeom>
          <a:noFill/>
          <a:ln>
            <a:noFill/>
          </a:ln>
        </p:spPr>
        <p:txBody>
          <a:bodyPr anchorCtr="0" anchor="t" bIns="200950" lIns="200950" spcFirstLastPara="1" rIns="200950" wrap="square" tIns="200950">
            <a:spAutoFit/>
          </a:bodyPr>
          <a:lstStyle/>
          <a:p>
            <a:pPr indent="0" lvl="0" marL="0" marR="0" rtl="0" algn="l">
              <a:lnSpc>
                <a:spcPct val="115000"/>
              </a:lnSpc>
              <a:spcBef>
                <a:spcPts val="0"/>
              </a:spcBef>
              <a:spcAft>
                <a:spcPts val="0"/>
              </a:spcAft>
              <a:buNone/>
            </a:pPr>
            <a:r>
              <a:rPr lang="en-US" sz="1800"/>
              <a:t>Short Bio Here</a:t>
            </a:r>
            <a:endParaRPr b="0" i="0" sz="1800" u="none" cap="none" strike="noStrike">
              <a:solidFill>
                <a:srgbClr val="000000"/>
              </a:solidFill>
              <a:latin typeface="Arial"/>
              <a:ea typeface="Arial"/>
              <a:cs typeface="Arial"/>
              <a:sym typeface="Arial"/>
            </a:endParaRPr>
          </a:p>
        </p:txBody>
      </p:sp>
      <p:sp>
        <p:nvSpPr>
          <p:cNvPr id="733" name="Google Shape;733;p8"/>
          <p:cNvSpPr/>
          <p:nvPr/>
        </p:nvSpPr>
        <p:spPr>
          <a:xfrm>
            <a:off x="2356356" y="3494097"/>
            <a:ext cx="3424200" cy="464100"/>
          </a:xfrm>
          <a:prstGeom prst="roundRect">
            <a:avLst>
              <a:gd fmla="val 16667" name="adj"/>
            </a:avLst>
          </a:prstGeom>
          <a:solidFill>
            <a:srgbClr val="083C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solidFill>
                  <a:schemeClr val="lt1"/>
                </a:solidFill>
              </a:rPr>
              <a:t>Serra</a:t>
            </a:r>
            <a:endParaRPr b="0" i="0" sz="1400" u="none" cap="none" strike="noStrike">
              <a:solidFill>
                <a:srgbClr val="000000"/>
              </a:solidFill>
              <a:latin typeface="Arial"/>
              <a:ea typeface="Arial"/>
              <a:cs typeface="Arial"/>
              <a:sym typeface="Arial"/>
            </a:endParaRPr>
          </a:p>
        </p:txBody>
      </p:sp>
      <p:sp>
        <p:nvSpPr>
          <p:cNvPr id="734" name="Google Shape;734;p8"/>
          <p:cNvSpPr/>
          <p:nvPr/>
        </p:nvSpPr>
        <p:spPr>
          <a:xfrm>
            <a:off x="10212055" y="3499162"/>
            <a:ext cx="3451200" cy="456300"/>
          </a:xfrm>
          <a:prstGeom prst="roundRect">
            <a:avLst>
              <a:gd fmla="val 16667" name="adj"/>
            </a:avLst>
          </a:prstGeom>
          <a:solidFill>
            <a:srgbClr val="083C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solidFill>
                  <a:schemeClr val="lt1"/>
                </a:solidFill>
              </a:rPr>
              <a:t>Anita</a:t>
            </a:r>
            <a:endParaRPr b="0" i="0" sz="1400" u="none" cap="none" strike="noStrike">
              <a:solidFill>
                <a:srgbClr val="000000"/>
              </a:solidFill>
              <a:latin typeface="Arial"/>
              <a:ea typeface="Arial"/>
              <a:cs typeface="Arial"/>
              <a:sym typeface="Arial"/>
            </a:endParaRPr>
          </a:p>
        </p:txBody>
      </p:sp>
      <p:sp>
        <p:nvSpPr>
          <p:cNvPr id="735" name="Google Shape;735;p8"/>
          <p:cNvSpPr/>
          <p:nvPr/>
        </p:nvSpPr>
        <p:spPr>
          <a:xfrm>
            <a:off x="14167130" y="3499161"/>
            <a:ext cx="3451200" cy="456300"/>
          </a:xfrm>
          <a:prstGeom prst="roundRect">
            <a:avLst>
              <a:gd fmla="val 16667" name="adj"/>
            </a:avLst>
          </a:prstGeom>
          <a:solidFill>
            <a:srgbClr val="083C9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1800">
                <a:solidFill>
                  <a:schemeClr val="lt1"/>
                </a:solidFill>
              </a:rPr>
              <a:t>Kerstin</a:t>
            </a:r>
            <a:endParaRPr b="0" i="0" sz="1400" u="none" cap="none" strike="noStrike">
              <a:solidFill>
                <a:srgbClr val="000000"/>
              </a:solidFill>
              <a:latin typeface="Arial"/>
              <a:ea typeface="Arial"/>
              <a:cs typeface="Arial"/>
              <a:sym typeface="Arial"/>
            </a:endParaRPr>
          </a:p>
        </p:txBody>
      </p:sp>
      <p:sp>
        <p:nvSpPr>
          <p:cNvPr id="736" name="Google Shape;736;p8"/>
          <p:cNvSpPr/>
          <p:nvPr/>
        </p:nvSpPr>
        <p:spPr>
          <a:xfrm>
            <a:off x="6270712" y="3491470"/>
            <a:ext cx="3451200" cy="464100"/>
          </a:xfrm>
          <a:prstGeom prst="roundRect">
            <a:avLst>
              <a:gd fmla="val 16667" name="adj"/>
            </a:avLst>
          </a:prstGeom>
          <a:solidFill>
            <a:srgbClr val="083C92"/>
          </a:solid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1530"/>
              <a:buFont typeface="Arial"/>
              <a:buNone/>
            </a:pPr>
            <a:r>
              <a:rPr lang="en-US" sz="1530">
                <a:solidFill>
                  <a:schemeClr val="lt1"/>
                </a:solidFill>
              </a:rPr>
              <a:t>Lynne</a:t>
            </a:r>
            <a:endParaRPr b="0" i="0" sz="1400" u="none" cap="none" strike="noStrike">
              <a:solidFill>
                <a:srgbClr val="000000"/>
              </a:solidFill>
              <a:latin typeface="Arial"/>
              <a:ea typeface="Arial"/>
              <a:cs typeface="Arial"/>
              <a:sym typeface="Arial"/>
            </a:endParaRPr>
          </a:p>
        </p:txBody>
      </p:sp>
      <p:pic>
        <p:nvPicPr>
          <p:cNvPr descr="A black background with a black square&#10;&#10;AI-generated content may be incorrect." id="737" name="Google Shape;737;p8"/>
          <p:cNvPicPr preferRelativeResize="0"/>
          <p:nvPr/>
        </p:nvPicPr>
        <p:blipFill rotWithShape="1">
          <a:blip r:embed="rId4">
            <a:alphaModFix amt="5000"/>
          </a:blip>
          <a:srcRect b="42893" l="34644" r="55222" t="40186"/>
          <a:stretch/>
        </p:blipFill>
        <p:spPr>
          <a:xfrm>
            <a:off x="17851961" y="9434245"/>
            <a:ext cx="1709667" cy="1605782"/>
          </a:xfrm>
          <a:prstGeom prst="rect">
            <a:avLst/>
          </a:prstGeom>
          <a:noFill/>
          <a:ln>
            <a:noFill/>
          </a:ln>
        </p:spPr>
      </p:pic>
      <p:sp>
        <p:nvSpPr>
          <p:cNvPr id="738" name="Google Shape;738;p8"/>
          <p:cNvSpPr/>
          <p:nvPr/>
        </p:nvSpPr>
        <p:spPr>
          <a:xfrm>
            <a:off x="2768941" y="4399315"/>
            <a:ext cx="2380800" cy="23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Photo</a:t>
            </a:r>
            <a:endParaRPr>
              <a:solidFill>
                <a:schemeClr val="lt1"/>
              </a:solidFill>
            </a:endParaRPr>
          </a:p>
        </p:txBody>
      </p:sp>
      <p:sp>
        <p:nvSpPr>
          <p:cNvPr id="739" name="Google Shape;739;p8"/>
          <p:cNvSpPr/>
          <p:nvPr/>
        </p:nvSpPr>
        <p:spPr>
          <a:xfrm>
            <a:off x="7234975" y="8940198"/>
            <a:ext cx="5541645" cy="1257859"/>
          </a:xfrm>
          <a:custGeom>
            <a:rect b="b" l="l" r="r" t="t"/>
            <a:pathLst>
              <a:path extrusionOk="0" h="5717540" w="5541645">
                <a:moveTo>
                  <a:pt x="5541454" y="0"/>
                </a:moveTo>
                <a:lnTo>
                  <a:pt x="0" y="0"/>
                </a:lnTo>
                <a:lnTo>
                  <a:pt x="0" y="5717103"/>
                </a:lnTo>
                <a:lnTo>
                  <a:pt x="5541454" y="5717103"/>
                </a:lnTo>
                <a:lnTo>
                  <a:pt x="5541454" y="0"/>
                </a:lnTo>
                <a:close/>
              </a:path>
            </a:pathLst>
          </a:custGeom>
          <a:solidFill>
            <a:srgbClr val="3766B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0" name="Google Shape;740;p8"/>
          <p:cNvSpPr txBox="1"/>
          <p:nvPr/>
        </p:nvSpPr>
        <p:spPr>
          <a:xfrm>
            <a:off x="7234997" y="8940203"/>
            <a:ext cx="5541600" cy="818400"/>
          </a:xfrm>
          <a:prstGeom prst="rect">
            <a:avLst/>
          </a:prstGeom>
          <a:noFill/>
          <a:ln>
            <a:noFill/>
          </a:ln>
        </p:spPr>
        <p:txBody>
          <a:bodyPr anchorCtr="0" anchor="t" bIns="0" lIns="0" spcFirstLastPara="1" rIns="0" wrap="square" tIns="200650">
            <a:spAutoFit/>
          </a:bodyPr>
          <a:lstStyle/>
          <a:p>
            <a:pPr indent="0" lvl="0" marL="12700" marR="0" rtl="0" algn="ctr">
              <a:lnSpc>
                <a:spcPct val="100000"/>
              </a:lnSpc>
              <a:spcBef>
                <a:spcPts val="0"/>
              </a:spcBef>
              <a:spcAft>
                <a:spcPts val="0"/>
              </a:spcAft>
              <a:buClr>
                <a:srgbClr val="000000"/>
              </a:buClr>
              <a:buSzPts val="4000"/>
              <a:buFont typeface="Arial"/>
              <a:buNone/>
            </a:pPr>
            <a:r>
              <a:rPr lang="en-US" sz="4000">
                <a:solidFill>
                  <a:schemeClr val="lt1"/>
                </a:solidFill>
              </a:rPr>
              <a:t>Contact Us</a:t>
            </a:r>
            <a:endParaRPr b="0" i="0" sz="4000" u="none" cap="none" strike="noStrike">
              <a:solidFill>
                <a:schemeClr val="lt1"/>
              </a:solidFill>
              <a:latin typeface="Arial"/>
              <a:ea typeface="Arial"/>
              <a:cs typeface="Arial"/>
              <a:sym typeface="Arial"/>
            </a:endParaRPr>
          </a:p>
        </p:txBody>
      </p:sp>
      <p:pic>
        <p:nvPicPr>
          <p:cNvPr id="741" name="Google Shape;741;p8"/>
          <p:cNvPicPr preferRelativeResize="0"/>
          <p:nvPr/>
        </p:nvPicPr>
        <p:blipFill rotWithShape="1">
          <a:blip r:embed="rId3">
            <a:alphaModFix/>
          </a:blip>
          <a:srcRect b="0" l="0" r="0" t="0"/>
          <a:stretch/>
        </p:blipFill>
        <p:spPr>
          <a:xfrm>
            <a:off x="7892171" y="7123649"/>
            <a:ext cx="240830" cy="240830"/>
          </a:xfrm>
          <a:prstGeom prst="rect">
            <a:avLst/>
          </a:prstGeom>
          <a:noFill/>
          <a:ln>
            <a:noFill/>
          </a:ln>
        </p:spPr>
      </p:pic>
      <p:sp>
        <p:nvSpPr>
          <p:cNvPr id="742" name="Google Shape;742;p8"/>
          <p:cNvSpPr txBox="1"/>
          <p:nvPr/>
        </p:nvSpPr>
        <p:spPr>
          <a:xfrm>
            <a:off x="7054426" y="7811600"/>
            <a:ext cx="4533300" cy="683100"/>
          </a:xfrm>
          <a:prstGeom prst="rect">
            <a:avLst/>
          </a:prstGeom>
          <a:noFill/>
          <a:ln>
            <a:noFill/>
          </a:ln>
        </p:spPr>
        <p:txBody>
          <a:bodyPr anchorCtr="0" anchor="t" bIns="200950" lIns="200950" spcFirstLastPara="1" rIns="200950" wrap="square" tIns="200950">
            <a:spAutoFit/>
          </a:bodyPr>
          <a:lstStyle/>
          <a:p>
            <a:pPr indent="0" lvl="0" marL="0" marR="0" rtl="0" algn="l">
              <a:lnSpc>
                <a:spcPct val="115000"/>
              </a:lnSpc>
              <a:spcBef>
                <a:spcPts val="0"/>
              </a:spcBef>
              <a:spcAft>
                <a:spcPts val="0"/>
              </a:spcAft>
              <a:buNone/>
            </a:pPr>
            <a:r>
              <a:rPr lang="en-US" sz="1800"/>
              <a:t>Short Bio Here</a:t>
            </a:r>
            <a:endParaRPr b="0" i="0" sz="1800" u="none" cap="none" strike="noStrike">
              <a:solidFill>
                <a:srgbClr val="000000"/>
              </a:solidFill>
              <a:latin typeface="Arial"/>
              <a:ea typeface="Arial"/>
              <a:cs typeface="Arial"/>
              <a:sym typeface="Arial"/>
            </a:endParaRPr>
          </a:p>
        </p:txBody>
      </p:sp>
      <p:sp>
        <p:nvSpPr>
          <p:cNvPr id="743" name="Google Shape;743;p8"/>
          <p:cNvSpPr/>
          <p:nvPr/>
        </p:nvSpPr>
        <p:spPr>
          <a:xfrm>
            <a:off x="6896591" y="4400927"/>
            <a:ext cx="2380800" cy="23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Photo</a:t>
            </a:r>
            <a:endParaRPr>
              <a:solidFill>
                <a:schemeClr val="lt1"/>
              </a:solidFill>
            </a:endParaRPr>
          </a:p>
        </p:txBody>
      </p:sp>
      <p:pic>
        <p:nvPicPr>
          <p:cNvPr id="744" name="Google Shape;744;p8"/>
          <p:cNvPicPr preferRelativeResize="0"/>
          <p:nvPr/>
        </p:nvPicPr>
        <p:blipFill rotWithShape="1">
          <a:blip r:embed="rId3">
            <a:alphaModFix/>
          </a:blip>
          <a:srcRect b="0" l="0" r="0" t="0"/>
          <a:stretch/>
        </p:blipFill>
        <p:spPr>
          <a:xfrm>
            <a:off x="12019821" y="7123649"/>
            <a:ext cx="240830" cy="240830"/>
          </a:xfrm>
          <a:prstGeom prst="rect">
            <a:avLst/>
          </a:prstGeom>
          <a:noFill/>
          <a:ln>
            <a:noFill/>
          </a:ln>
        </p:spPr>
      </p:pic>
      <p:sp>
        <p:nvSpPr>
          <p:cNvPr id="745" name="Google Shape;745;p8"/>
          <p:cNvSpPr txBox="1"/>
          <p:nvPr/>
        </p:nvSpPr>
        <p:spPr>
          <a:xfrm>
            <a:off x="11182076" y="7811600"/>
            <a:ext cx="4533300" cy="683100"/>
          </a:xfrm>
          <a:prstGeom prst="rect">
            <a:avLst/>
          </a:prstGeom>
          <a:noFill/>
          <a:ln>
            <a:noFill/>
          </a:ln>
        </p:spPr>
        <p:txBody>
          <a:bodyPr anchorCtr="0" anchor="t" bIns="200950" lIns="200950" spcFirstLastPara="1" rIns="200950" wrap="square" tIns="200950">
            <a:spAutoFit/>
          </a:bodyPr>
          <a:lstStyle/>
          <a:p>
            <a:pPr indent="0" lvl="0" marL="0" marR="0" rtl="0" algn="l">
              <a:lnSpc>
                <a:spcPct val="115000"/>
              </a:lnSpc>
              <a:spcBef>
                <a:spcPts val="0"/>
              </a:spcBef>
              <a:spcAft>
                <a:spcPts val="0"/>
              </a:spcAft>
              <a:buNone/>
            </a:pPr>
            <a:r>
              <a:rPr lang="en-US" sz="1800"/>
              <a:t>Short Bio Here</a:t>
            </a:r>
            <a:endParaRPr b="0" i="0" sz="1800" u="none" cap="none" strike="noStrike">
              <a:solidFill>
                <a:srgbClr val="000000"/>
              </a:solidFill>
              <a:latin typeface="Arial"/>
              <a:ea typeface="Arial"/>
              <a:cs typeface="Arial"/>
              <a:sym typeface="Arial"/>
            </a:endParaRPr>
          </a:p>
        </p:txBody>
      </p:sp>
      <p:sp>
        <p:nvSpPr>
          <p:cNvPr id="746" name="Google Shape;746;p8"/>
          <p:cNvSpPr/>
          <p:nvPr/>
        </p:nvSpPr>
        <p:spPr>
          <a:xfrm>
            <a:off x="11024241" y="4400927"/>
            <a:ext cx="2380800" cy="23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Photo</a:t>
            </a:r>
            <a:endParaRPr>
              <a:solidFill>
                <a:schemeClr val="lt1"/>
              </a:solidFill>
            </a:endParaRPr>
          </a:p>
        </p:txBody>
      </p:sp>
      <p:pic>
        <p:nvPicPr>
          <p:cNvPr id="747" name="Google Shape;747;p8"/>
          <p:cNvPicPr preferRelativeResize="0"/>
          <p:nvPr/>
        </p:nvPicPr>
        <p:blipFill rotWithShape="1">
          <a:blip r:embed="rId3">
            <a:alphaModFix/>
          </a:blip>
          <a:srcRect b="0" l="0" r="0" t="0"/>
          <a:stretch/>
        </p:blipFill>
        <p:spPr>
          <a:xfrm>
            <a:off x="15866071" y="7122049"/>
            <a:ext cx="240830" cy="240830"/>
          </a:xfrm>
          <a:prstGeom prst="rect">
            <a:avLst/>
          </a:prstGeom>
          <a:noFill/>
          <a:ln>
            <a:noFill/>
          </a:ln>
        </p:spPr>
      </p:pic>
      <p:sp>
        <p:nvSpPr>
          <p:cNvPr id="748" name="Google Shape;748;p8"/>
          <p:cNvSpPr txBox="1"/>
          <p:nvPr/>
        </p:nvSpPr>
        <p:spPr>
          <a:xfrm>
            <a:off x="15028326" y="7810000"/>
            <a:ext cx="4533300" cy="683100"/>
          </a:xfrm>
          <a:prstGeom prst="rect">
            <a:avLst/>
          </a:prstGeom>
          <a:noFill/>
          <a:ln>
            <a:noFill/>
          </a:ln>
        </p:spPr>
        <p:txBody>
          <a:bodyPr anchorCtr="0" anchor="t" bIns="200950" lIns="200950" spcFirstLastPara="1" rIns="200950" wrap="square" tIns="200950">
            <a:spAutoFit/>
          </a:bodyPr>
          <a:lstStyle/>
          <a:p>
            <a:pPr indent="0" lvl="0" marL="0" marR="0" rtl="0" algn="l">
              <a:lnSpc>
                <a:spcPct val="115000"/>
              </a:lnSpc>
              <a:spcBef>
                <a:spcPts val="0"/>
              </a:spcBef>
              <a:spcAft>
                <a:spcPts val="0"/>
              </a:spcAft>
              <a:buNone/>
            </a:pPr>
            <a:r>
              <a:rPr lang="en-US" sz="1800"/>
              <a:t>Short Bio Here</a:t>
            </a:r>
            <a:endParaRPr b="0" i="0" sz="1800" u="none" cap="none" strike="noStrike">
              <a:solidFill>
                <a:srgbClr val="000000"/>
              </a:solidFill>
              <a:latin typeface="Arial"/>
              <a:ea typeface="Arial"/>
              <a:cs typeface="Arial"/>
              <a:sym typeface="Arial"/>
            </a:endParaRPr>
          </a:p>
        </p:txBody>
      </p:sp>
      <p:sp>
        <p:nvSpPr>
          <p:cNvPr id="749" name="Google Shape;749;p8"/>
          <p:cNvSpPr/>
          <p:nvPr/>
        </p:nvSpPr>
        <p:spPr>
          <a:xfrm>
            <a:off x="14870491" y="4399327"/>
            <a:ext cx="2380800" cy="2380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rPr>
              <a:t>Photo</a:t>
            </a:r>
            <a:endParaRPr>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2026-03-29T18:31:01Z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2026-03-29T00:00:00Z</vt:filetime>
  </property>
  <property fmtid="{D5CDD505-2E9C-101B-9397-08002B2CF9AE}" pid="3" name="Creator">
    <vt:lpwstr>Adobe InDesign 21.0 (Macintosh)</vt:lpwstr>
  </property>
  <property fmtid="{D5CDD505-2E9C-101B-9397-08002B2CF9AE}" pid="4" name="LastSaved">
    <vt:filetime>2026-03-29T00:00:00Z</vt:filetime>
  </property>
  <property fmtid="{D5CDD505-2E9C-101B-9397-08002B2CF9AE}" pid="5" name="Producer">
    <vt:lpwstr>Adobe PDF Library 18.0</vt:lpwstr>
  </property>
  <property fmtid="{D5CDD505-2E9C-101B-9397-08002B2CF9AE}" pid="6" name="MSIP_Label_d291669d-c62a-41f9-9790-e463798003d8_Enabled">
    <vt:lpwstr>true</vt:lpwstr>
  </property>
  <property fmtid="{D5CDD505-2E9C-101B-9397-08002B2CF9AE}" pid="7" name="MSIP_Label_d291669d-c62a-41f9-9790-e463798003d8_SetDate">
    <vt:lpwstr>2026-03-29T18:31:09Z</vt:lpwstr>
  </property>
  <property fmtid="{D5CDD505-2E9C-101B-9397-08002B2CF9AE}" pid="8" name="MSIP_Label_d291669d-c62a-41f9-9790-e463798003d8_Method">
    <vt:lpwstr>Privileged</vt:lpwstr>
  </property>
  <property fmtid="{D5CDD505-2E9C-101B-9397-08002B2CF9AE}" pid="9" name="MSIP_Label_d291669d-c62a-41f9-9790-e463798003d8_Name">
    <vt:lpwstr>Public</vt:lpwstr>
  </property>
  <property fmtid="{D5CDD505-2E9C-101B-9397-08002B2CF9AE}" pid="10" name="MSIP_Label_d291669d-c62a-41f9-9790-e463798003d8_SiteId">
    <vt:lpwstr>1771ae17-e764-4e0f-a476-d4184d79a5d9</vt:lpwstr>
  </property>
  <property fmtid="{D5CDD505-2E9C-101B-9397-08002B2CF9AE}" pid="11" name="MSIP_Label_d291669d-c62a-41f9-9790-e463798003d8_ActionId">
    <vt:lpwstr>76f05cb4-dad9-4fc0-9c2b-a0b4fe78e10b</vt:lpwstr>
  </property>
  <property fmtid="{D5CDD505-2E9C-101B-9397-08002B2CF9AE}" pid="12" name="MSIP_Label_d291669d-c62a-41f9-9790-e463798003d8_ContentBits">
    <vt:lpwstr>0</vt:lpwstr>
  </property>
  <property fmtid="{D5CDD505-2E9C-101B-9397-08002B2CF9AE}" pid="13" name="MSIP_Label_d291669d-c62a-41f9-9790-e463798003d8_Tag">
    <vt:lpwstr>50, 0, 1, 1</vt:lpwstr>
  </property>
</Properties>
</file>